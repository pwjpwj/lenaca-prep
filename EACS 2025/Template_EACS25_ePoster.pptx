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711" r:id="rId1"/>
  </p:sldMasterIdLst>
  <p:notesMasterIdLst>
    <p:notesMasterId r:id="rId3"/>
  </p:notesMasterIdLst>
  <p:sldIdLst>
    <p:sldId id="256" r:id="rId2"/>
  </p:sldIdLst>
  <p:sldSz cx="43200638" cy="32399288"/>
  <p:notesSz cx="6858000" cy="9144000"/>
  <p:embeddedFontLst>
    <p:embeddedFont>
      <p:font typeface="Arial Black" panose="020B0A04020102020204" pitchFamily="34" charset="0"/>
      <p:bold r:id="rId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204" userDrawn="1">
          <p15:clr>
            <a:srgbClr val="A4A3A4"/>
          </p15:clr>
        </p15:guide>
        <p15:guide id="2" pos="88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4A79"/>
    <a:srgbClr val="3E1C31"/>
    <a:srgbClr val="2584C6"/>
    <a:srgbClr val="133C8B"/>
    <a:srgbClr val="007A88"/>
    <a:srgbClr val="40AF9E"/>
    <a:srgbClr val="E93547"/>
    <a:srgbClr val="96186A"/>
    <a:srgbClr val="C01444"/>
    <a:srgbClr val="0150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288" autoAdjust="0"/>
    <p:restoredTop sz="94660"/>
  </p:normalViewPr>
  <p:slideViewPr>
    <p:cSldViewPr snapToGrid="0">
      <p:cViewPr>
        <p:scale>
          <a:sx n="50" d="100"/>
          <a:sy n="50" d="100"/>
        </p:scale>
        <p:origin x="-1332" y="912"/>
      </p:cViewPr>
      <p:guideLst>
        <p:guide orient="horz" pos="10204"/>
        <p:guide pos="883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19" d="100"/>
          <a:sy n="119" d="100"/>
        </p:scale>
        <p:origin x="3712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15308C-8DB6-634A-8BFE-A03C78FFF661}" type="datetimeFigureOut">
              <a:rPr lang="de-DE" smtClean="0"/>
              <a:t>24.09.2025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10EE8A-2629-284E-9B93-20ABFEEA97CA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41285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40048" y="5302386"/>
            <a:ext cx="36720542" cy="11279752"/>
          </a:xfrm>
        </p:spPr>
        <p:txBody>
          <a:bodyPr anchor="b"/>
          <a:lstStyle>
            <a:lvl1pPr algn="ctr">
              <a:defRPr sz="28346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00080" y="17017128"/>
            <a:ext cx="32400479" cy="7822326"/>
          </a:xfrm>
        </p:spPr>
        <p:txBody>
          <a:bodyPr/>
          <a:lstStyle>
            <a:lvl1pPr marL="0" indent="0" algn="ctr">
              <a:buNone/>
              <a:defRPr sz="11338"/>
            </a:lvl1pPr>
            <a:lvl2pPr marL="2159950" indent="0" algn="ctr">
              <a:buNone/>
              <a:defRPr sz="9449"/>
            </a:lvl2pPr>
            <a:lvl3pPr marL="4319900" indent="0" algn="ctr">
              <a:buNone/>
              <a:defRPr sz="8504"/>
            </a:lvl3pPr>
            <a:lvl4pPr marL="6479850" indent="0" algn="ctr">
              <a:buNone/>
              <a:defRPr sz="7559"/>
            </a:lvl4pPr>
            <a:lvl5pPr marL="8639800" indent="0" algn="ctr">
              <a:buNone/>
              <a:defRPr sz="7559"/>
            </a:lvl5pPr>
            <a:lvl6pPr marL="10799750" indent="0" algn="ctr">
              <a:buNone/>
              <a:defRPr sz="7559"/>
            </a:lvl6pPr>
            <a:lvl7pPr marL="12959700" indent="0" algn="ctr">
              <a:buNone/>
              <a:defRPr sz="7559"/>
            </a:lvl7pPr>
            <a:lvl8pPr marL="15119650" indent="0" algn="ctr">
              <a:buNone/>
              <a:defRPr sz="7559"/>
            </a:lvl8pPr>
            <a:lvl9pPr marL="17279600" indent="0" algn="ctr">
              <a:buNone/>
              <a:defRPr sz="7559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4AE1A-0DF6-4CC2-9F1C-1479A0385F19}" type="datetimeFigureOut">
              <a:rPr lang="es-ES" smtClean="0"/>
              <a:t>24/09/2025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77228-8ACF-48D5-B01C-9CCA05E5210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627001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4AE1A-0DF6-4CC2-9F1C-1479A0385F19}" type="datetimeFigureOut">
              <a:rPr lang="es-ES" smtClean="0"/>
              <a:t>24/09/2025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77228-8ACF-48D5-B01C-9CCA05E5210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57253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7546" y="8077332"/>
            <a:ext cx="37260550" cy="13477201"/>
          </a:xfrm>
        </p:spPr>
        <p:txBody>
          <a:bodyPr anchor="b"/>
          <a:lstStyle>
            <a:lvl1pPr>
              <a:defRPr sz="28346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47546" y="21682033"/>
            <a:ext cx="37260550" cy="7087342"/>
          </a:xfrm>
        </p:spPr>
        <p:txBody>
          <a:bodyPr/>
          <a:lstStyle>
            <a:lvl1pPr marL="0" indent="0">
              <a:buNone/>
              <a:defRPr sz="11338">
                <a:solidFill>
                  <a:schemeClr val="tx1"/>
                </a:solidFill>
              </a:defRPr>
            </a:lvl1pPr>
            <a:lvl2pPr marL="2159950" indent="0">
              <a:buNone/>
              <a:defRPr sz="9449">
                <a:solidFill>
                  <a:schemeClr val="tx1">
                    <a:tint val="75000"/>
                  </a:schemeClr>
                </a:solidFill>
              </a:defRPr>
            </a:lvl2pPr>
            <a:lvl3pPr marL="4319900" indent="0">
              <a:buNone/>
              <a:defRPr sz="8504">
                <a:solidFill>
                  <a:schemeClr val="tx1">
                    <a:tint val="75000"/>
                  </a:schemeClr>
                </a:solidFill>
              </a:defRPr>
            </a:lvl3pPr>
            <a:lvl4pPr marL="6479850" indent="0">
              <a:buNone/>
              <a:defRPr sz="7559">
                <a:solidFill>
                  <a:schemeClr val="tx1">
                    <a:tint val="75000"/>
                  </a:schemeClr>
                </a:solidFill>
              </a:defRPr>
            </a:lvl4pPr>
            <a:lvl5pPr marL="8639800" indent="0">
              <a:buNone/>
              <a:defRPr sz="7559">
                <a:solidFill>
                  <a:schemeClr val="tx1">
                    <a:tint val="75000"/>
                  </a:schemeClr>
                </a:solidFill>
              </a:defRPr>
            </a:lvl5pPr>
            <a:lvl6pPr marL="10799750" indent="0">
              <a:buNone/>
              <a:defRPr sz="7559">
                <a:solidFill>
                  <a:schemeClr val="tx1">
                    <a:tint val="75000"/>
                  </a:schemeClr>
                </a:solidFill>
              </a:defRPr>
            </a:lvl6pPr>
            <a:lvl7pPr marL="12959700" indent="0">
              <a:buNone/>
              <a:defRPr sz="7559">
                <a:solidFill>
                  <a:schemeClr val="tx1">
                    <a:tint val="75000"/>
                  </a:schemeClr>
                </a:solidFill>
              </a:defRPr>
            </a:lvl7pPr>
            <a:lvl8pPr marL="15119650" indent="0">
              <a:buNone/>
              <a:defRPr sz="7559">
                <a:solidFill>
                  <a:schemeClr val="tx1">
                    <a:tint val="75000"/>
                  </a:schemeClr>
                </a:solidFill>
              </a:defRPr>
            </a:lvl8pPr>
            <a:lvl9pPr marL="17279600" indent="0">
              <a:buNone/>
              <a:defRPr sz="755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4AE1A-0DF6-4CC2-9F1C-1479A0385F19}" type="datetimeFigureOut">
              <a:rPr lang="es-ES" smtClean="0"/>
              <a:t>24/09/2025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77228-8ACF-48D5-B01C-9CCA05E5210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19422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70044" y="8624810"/>
            <a:ext cx="18360271" cy="2055705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870323" y="8624810"/>
            <a:ext cx="18360271" cy="2055705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4AE1A-0DF6-4CC2-9F1C-1479A0385F19}" type="datetimeFigureOut">
              <a:rPr lang="es-ES" smtClean="0"/>
              <a:t>24/09/2025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77228-8ACF-48D5-B01C-9CCA05E5210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3658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5671" y="1724969"/>
            <a:ext cx="37260550" cy="626236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75675" y="7942328"/>
            <a:ext cx="18275892" cy="3892412"/>
          </a:xfrm>
        </p:spPr>
        <p:txBody>
          <a:bodyPr anchor="b"/>
          <a:lstStyle>
            <a:lvl1pPr marL="0" indent="0">
              <a:buNone/>
              <a:defRPr sz="11338" b="1"/>
            </a:lvl1pPr>
            <a:lvl2pPr marL="2159950" indent="0">
              <a:buNone/>
              <a:defRPr sz="9449" b="1"/>
            </a:lvl2pPr>
            <a:lvl3pPr marL="4319900" indent="0">
              <a:buNone/>
              <a:defRPr sz="8504" b="1"/>
            </a:lvl3pPr>
            <a:lvl4pPr marL="6479850" indent="0">
              <a:buNone/>
              <a:defRPr sz="7559" b="1"/>
            </a:lvl4pPr>
            <a:lvl5pPr marL="8639800" indent="0">
              <a:buNone/>
              <a:defRPr sz="7559" b="1"/>
            </a:lvl5pPr>
            <a:lvl6pPr marL="10799750" indent="0">
              <a:buNone/>
              <a:defRPr sz="7559" b="1"/>
            </a:lvl6pPr>
            <a:lvl7pPr marL="12959700" indent="0">
              <a:buNone/>
              <a:defRPr sz="7559" b="1"/>
            </a:lvl7pPr>
            <a:lvl8pPr marL="15119650" indent="0">
              <a:buNone/>
              <a:defRPr sz="7559" b="1"/>
            </a:lvl8pPr>
            <a:lvl9pPr marL="17279600" indent="0">
              <a:buNone/>
              <a:defRPr sz="7559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75675" y="11834740"/>
            <a:ext cx="18275892" cy="1740712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1870325" y="7942328"/>
            <a:ext cx="18365898" cy="3892412"/>
          </a:xfrm>
        </p:spPr>
        <p:txBody>
          <a:bodyPr anchor="b"/>
          <a:lstStyle>
            <a:lvl1pPr marL="0" indent="0">
              <a:buNone/>
              <a:defRPr sz="11338" b="1"/>
            </a:lvl1pPr>
            <a:lvl2pPr marL="2159950" indent="0">
              <a:buNone/>
              <a:defRPr sz="9449" b="1"/>
            </a:lvl2pPr>
            <a:lvl3pPr marL="4319900" indent="0">
              <a:buNone/>
              <a:defRPr sz="8504" b="1"/>
            </a:lvl3pPr>
            <a:lvl4pPr marL="6479850" indent="0">
              <a:buNone/>
              <a:defRPr sz="7559" b="1"/>
            </a:lvl4pPr>
            <a:lvl5pPr marL="8639800" indent="0">
              <a:buNone/>
              <a:defRPr sz="7559" b="1"/>
            </a:lvl5pPr>
            <a:lvl6pPr marL="10799750" indent="0">
              <a:buNone/>
              <a:defRPr sz="7559" b="1"/>
            </a:lvl6pPr>
            <a:lvl7pPr marL="12959700" indent="0">
              <a:buNone/>
              <a:defRPr sz="7559" b="1"/>
            </a:lvl7pPr>
            <a:lvl8pPr marL="15119650" indent="0">
              <a:buNone/>
              <a:defRPr sz="7559" b="1"/>
            </a:lvl8pPr>
            <a:lvl9pPr marL="17279600" indent="0">
              <a:buNone/>
              <a:defRPr sz="7559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1870325" y="11834740"/>
            <a:ext cx="18365898" cy="1740712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4AE1A-0DF6-4CC2-9F1C-1479A0385F19}" type="datetimeFigureOut">
              <a:rPr lang="es-ES" smtClean="0"/>
              <a:t>24/09/2025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77228-8ACF-48D5-B01C-9CCA05E5210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37660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4AE1A-0DF6-4CC2-9F1C-1479A0385F19}" type="datetimeFigureOut">
              <a:rPr lang="es-ES" smtClean="0"/>
              <a:t>24/09/2025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77228-8ACF-48D5-B01C-9CCA05E5210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153408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4AE1A-0DF6-4CC2-9F1C-1479A0385F19}" type="datetimeFigureOut">
              <a:rPr lang="es-ES" smtClean="0"/>
              <a:t>24/09/2025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77228-8ACF-48D5-B01C-9CCA05E5210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85777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5671" y="2159952"/>
            <a:ext cx="13933330" cy="7559834"/>
          </a:xfrm>
        </p:spPr>
        <p:txBody>
          <a:bodyPr anchor="b"/>
          <a:lstStyle>
            <a:lvl1pPr>
              <a:defRPr sz="15118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365898" y="4664905"/>
            <a:ext cx="21870323" cy="23024494"/>
          </a:xfrm>
        </p:spPr>
        <p:txBody>
          <a:bodyPr/>
          <a:lstStyle>
            <a:lvl1pPr>
              <a:defRPr sz="15118"/>
            </a:lvl1pPr>
            <a:lvl2pPr>
              <a:defRPr sz="13228"/>
            </a:lvl2pPr>
            <a:lvl3pPr>
              <a:defRPr sz="11338"/>
            </a:lvl3pPr>
            <a:lvl4pPr>
              <a:defRPr sz="9449"/>
            </a:lvl4pPr>
            <a:lvl5pPr>
              <a:defRPr sz="9449"/>
            </a:lvl5pPr>
            <a:lvl6pPr>
              <a:defRPr sz="9449"/>
            </a:lvl6pPr>
            <a:lvl7pPr>
              <a:defRPr sz="9449"/>
            </a:lvl7pPr>
            <a:lvl8pPr>
              <a:defRPr sz="9449"/>
            </a:lvl8pPr>
            <a:lvl9pPr>
              <a:defRPr sz="9449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75671" y="9719786"/>
            <a:ext cx="13933330" cy="18007107"/>
          </a:xfrm>
        </p:spPr>
        <p:txBody>
          <a:bodyPr/>
          <a:lstStyle>
            <a:lvl1pPr marL="0" indent="0">
              <a:buNone/>
              <a:defRPr sz="7559"/>
            </a:lvl1pPr>
            <a:lvl2pPr marL="2159950" indent="0">
              <a:buNone/>
              <a:defRPr sz="6614"/>
            </a:lvl2pPr>
            <a:lvl3pPr marL="4319900" indent="0">
              <a:buNone/>
              <a:defRPr sz="5669"/>
            </a:lvl3pPr>
            <a:lvl4pPr marL="6479850" indent="0">
              <a:buNone/>
              <a:defRPr sz="4724"/>
            </a:lvl4pPr>
            <a:lvl5pPr marL="8639800" indent="0">
              <a:buNone/>
              <a:defRPr sz="4724"/>
            </a:lvl5pPr>
            <a:lvl6pPr marL="10799750" indent="0">
              <a:buNone/>
              <a:defRPr sz="4724"/>
            </a:lvl6pPr>
            <a:lvl7pPr marL="12959700" indent="0">
              <a:buNone/>
              <a:defRPr sz="4724"/>
            </a:lvl7pPr>
            <a:lvl8pPr marL="15119650" indent="0">
              <a:buNone/>
              <a:defRPr sz="4724"/>
            </a:lvl8pPr>
            <a:lvl9pPr marL="17279600" indent="0">
              <a:buNone/>
              <a:defRPr sz="4724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4AE1A-0DF6-4CC2-9F1C-1479A0385F19}" type="datetimeFigureOut">
              <a:rPr lang="es-ES" smtClean="0"/>
              <a:t>24/09/2025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77228-8ACF-48D5-B01C-9CCA05E5210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30565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5671" y="2159952"/>
            <a:ext cx="13933330" cy="7559834"/>
          </a:xfrm>
        </p:spPr>
        <p:txBody>
          <a:bodyPr anchor="b"/>
          <a:lstStyle>
            <a:lvl1pPr>
              <a:defRPr sz="15118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365898" y="4664905"/>
            <a:ext cx="21870323" cy="23024494"/>
          </a:xfrm>
        </p:spPr>
        <p:txBody>
          <a:bodyPr anchor="t"/>
          <a:lstStyle>
            <a:lvl1pPr marL="0" indent="0">
              <a:buNone/>
              <a:defRPr sz="15118"/>
            </a:lvl1pPr>
            <a:lvl2pPr marL="2159950" indent="0">
              <a:buNone/>
              <a:defRPr sz="13228"/>
            </a:lvl2pPr>
            <a:lvl3pPr marL="4319900" indent="0">
              <a:buNone/>
              <a:defRPr sz="11338"/>
            </a:lvl3pPr>
            <a:lvl4pPr marL="6479850" indent="0">
              <a:buNone/>
              <a:defRPr sz="9449"/>
            </a:lvl4pPr>
            <a:lvl5pPr marL="8639800" indent="0">
              <a:buNone/>
              <a:defRPr sz="9449"/>
            </a:lvl5pPr>
            <a:lvl6pPr marL="10799750" indent="0">
              <a:buNone/>
              <a:defRPr sz="9449"/>
            </a:lvl6pPr>
            <a:lvl7pPr marL="12959700" indent="0">
              <a:buNone/>
              <a:defRPr sz="9449"/>
            </a:lvl7pPr>
            <a:lvl8pPr marL="15119650" indent="0">
              <a:buNone/>
              <a:defRPr sz="9449"/>
            </a:lvl8pPr>
            <a:lvl9pPr marL="17279600" indent="0">
              <a:buNone/>
              <a:defRPr sz="9449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75671" y="9719786"/>
            <a:ext cx="13933330" cy="18007107"/>
          </a:xfrm>
        </p:spPr>
        <p:txBody>
          <a:bodyPr/>
          <a:lstStyle>
            <a:lvl1pPr marL="0" indent="0">
              <a:buNone/>
              <a:defRPr sz="7559"/>
            </a:lvl1pPr>
            <a:lvl2pPr marL="2159950" indent="0">
              <a:buNone/>
              <a:defRPr sz="6614"/>
            </a:lvl2pPr>
            <a:lvl3pPr marL="4319900" indent="0">
              <a:buNone/>
              <a:defRPr sz="5669"/>
            </a:lvl3pPr>
            <a:lvl4pPr marL="6479850" indent="0">
              <a:buNone/>
              <a:defRPr sz="4724"/>
            </a:lvl4pPr>
            <a:lvl5pPr marL="8639800" indent="0">
              <a:buNone/>
              <a:defRPr sz="4724"/>
            </a:lvl5pPr>
            <a:lvl6pPr marL="10799750" indent="0">
              <a:buNone/>
              <a:defRPr sz="4724"/>
            </a:lvl6pPr>
            <a:lvl7pPr marL="12959700" indent="0">
              <a:buNone/>
              <a:defRPr sz="4724"/>
            </a:lvl7pPr>
            <a:lvl8pPr marL="15119650" indent="0">
              <a:buNone/>
              <a:defRPr sz="4724"/>
            </a:lvl8pPr>
            <a:lvl9pPr marL="17279600" indent="0">
              <a:buNone/>
              <a:defRPr sz="4724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4AE1A-0DF6-4CC2-9F1C-1479A0385F19}" type="datetimeFigureOut">
              <a:rPr lang="es-ES" smtClean="0"/>
              <a:t>24/09/2025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77228-8ACF-48D5-B01C-9CCA05E5210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02439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4AE1A-0DF6-4CC2-9F1C-1479A0385F19}" type="datetimeFigureOut">
              <a:rPr lang="es-ES" smtClean="0"/>
              <a:t>24/09/2025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77228-8ACF-48D5-B01C-9CCA05E5210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39758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0915459" y="1724962"/>
            <a:ext cx="9315138" cy="27456899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70046" y="1724962"/>
            <a:ext cx="27405405" cy="27456899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4AE1A-0DF6-4CC2-9F1C-1479A0385F19}" type="datetimeFigureOut">
              <a:rPr lang="es-ES" smtClean="0"/>
              <a:t>24/09/2025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77228-8ACF-48D5-B01C-9CCA05E5210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360294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o 6">
            <a:extLst>
              <a:ext uri="{FF2B5EF4-FFF2-40B4-BE49-F238E27FC236}">
                <a16:creationId xmlns:a16="http://schemas.microsoft.com/office/drawing/2014/main" id="{283CC342-31D9-482C-9A2F-CAAA15879674}"/>
              </a:ext>
            </a:extLst>
          </p:cNvPr>
          <p:cNvGrpSpPr/>
          <p:nvPr userDrawn="1"/>
        </p:nvGrpSpPr>
        <p:grpSpPr>
          <a:xfrm>
            <a:off x="-5291200" y="-2407380"/>
            <a:ext cx="53782815" cy="37888966"/>
            <a:chOff x="-3968256" y="-3209960"/>
            <a:chExt cx="40335631" cy="50520480"/>
          </a:xfrm>
        </p:grpSpPr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DD73FAF1-484B-4075-882F-3BEA1FF24B76}"/>
                </a:ext>
              </a:extLst>
            </p:cNvPr>
            <p:cNvSpPr/>
            <p:nvPr userDrawn="1"/>
          </p:nvSpPr>
          <p:spPr>
            <a:xfrm rot="16200000">
              <a:off x="24123133" y="18982539"/>
              <a:ext cx="21880174" cy="26083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1000" b="1" cap="all" dirty="0">
                  <a:solidFill>
                    <a:schemeClr val="bg2">
                      <a:lumMod val="90000"/>
                    </a:schemeClr>
                  </a:solidFill>
                  <a:latin typeface="Arial Black" panose="020B0A04020102020204" pitchFamily="34" charset="0"/>
                  <a:cs typeface="Arial" panose="020B0604020202020204" pitchFamily="34" charset="0"/>
                </a:rPr>
                <a:t>Non-printable area</a:t>
              </a:r>
              <a:endParaRPr lang="es-ES" sz="11000" b="1" dirty="0">
                <a:solidFill>
                  <a:schemeClr val="bg2">
                    <a:lumMod val="90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6DE023D6-24B6-4C90-94CE-7DE7E58922EE}"/>
                </a:ext>
              </a:extLst>
            </p:cNvPr>
            <p:cNvSpPr/>
            <p:nvPr userDrawn="1"/>
          </p:nvSpPr>
          <p:spPr>
            <a:xfrm>
              <a:off x="-287905" y="44930294"/>
              <a:ext cx="32687193" cy="23802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1000" b="1" cap="all" dirty="0">
                  <a:solidFill>
                    <a:schemeClr val="bg2">
                      <a:lumMod val="90000"/>
                    </a:schemeClr>
                  </a:solidFill>
                  <a:latin typeface="Arial Black" panose="020B0A04020102020204" pitchFamily="34" charset="0"/>
                  <a:cs typeface="Arial" panose="020B0604020202020204" pitchFamily="34" charset="0"/>
                </a:rPr>
                <a:t>Non-printable area</a:t>
              </a:r>
              <a:endParaRPr lang="es-ES" sz="11000" b="1" dirty="0">
                <a:solidFill>
                  <a:schemeClr val="bg2">
                    <a:lumMod val="90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E89D7DCB-B948-4E2A-AC45-B1353DDAC384}"/>
                </a:ext>
              </a:extLst>
            </p:cNvPr>
            <p:cNvSpPr/>
            <p:nvPr userDrawn="1"/>
          </p:nvSpPr>
          <p:spPr>
            <a:xfrm rot="16200000">
              <a:off x="-13604187" y="18982539"/>
              <a:ext cx="21880174" cy="260831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1000" b="1" cap="all" dirty="0">
                  <a:solidFill>
                    <a:schemeClr val="bg2">
                      <a:lumMod val="90000"/>
                    </a:schemeClr>
                  </a:solidFill>
                  <a:latin typeface="Arial Black" panose="020B0A04020102020204" pitchFamily="34" charset="0"/>
                  <a:cs typeface="Arial" panose="020B0604020202020204" pitchFamily="34" charset="0"/>
                </a:rPr>
                <a:t>Non-printable area</a:t>
              </a:r>
              <a:endParaRPr lang="es-ES" sz="11000" b="1" dirty="0">
                <a:solidFill>
                  <a:schemeClr val="bg2">
                    <a:lumMod val="90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C4292ED5-0073-4642-98AB-85E9E9B5AD6C}"/>
                </a:ext>
              </a:extLst>
            </p:cNvPr>
            <p:cNvSpPr/>
            <p:nvPr userDrawn="1"/>
          </p:nvSpPr>
          <p:spPr>
            <a:xfrm>
              <a:off x="-135505" y="-3209960"/>
              <a:ext cx="32687193" cy="23802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1000" b="1" cap="all" dirty="0">
                  <a:solidFill>
                    <a:schemeClr val="bg2">
                      <a:lumMod val="90000"/>
                    </a:schemeClr>
                  </a:solidFill>
                  <a:latin typeface="Arial Black" panose="020B0A04020102020204" pitchFamily="34" charset="0"/>
                  <a:cs typeface="Arial" panose="020B0604020202020204" pitchFamily="34" charset="0"/>
                </a:rPr>
                <a:t>Non-printable area</a:t>
              </a:r>
              <a:endParaRPr lang="es-ES" sz="11000" b="1" dirty="0">
                <a:solidFill>
                  <a:schemeClr val="bg2">
                    <a:lumMod val="90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8784A1F-5F17-C1EA-DA1B-6275470656F6}"/>
              </a:ext>
            </a:extLst>
          </p:cNvPr>
          <p:cNvSpPr txBox="1"/>
          <p:nvPr userDrawn="1"/>
        </p:nvSpPr>
        <p:spPr>
          <a:xfrm>
            <a:off x="48859888" y="5382910"/>
            <a:ext cx="22006112" cy="254507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8801" b="1" kern="100" spc="600" dirty="0">
                <a:solidFill>
                  <a:srgbClr val="215E99"/>
                </a:solidFill>
                <a:effectLst/>
                <a:latin typeface="Open Sans" panose="020B0606030504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RECOMMENDATIONS </a:t>
            </a:r>
            <a:endParaRPr lang="en-ZA" sz="8801" kern="100" spc="6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6000" b="1" kern="100" dirty="0">
                <a:solidFill>
                  <a:srgbClr val="215E99"/>
                </a:solidFill>
                <a:effectLst/>
                <a:latin typeface="Open Sans" panose="020B0606030504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ZA" sz="6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4001" b="1" kern="100" dirty="0">
                <a:solidFill>
                  <a:srgbClr val="215E99"/>
                </a:solidFill>
                <a:effectLst/>
                <a:latin typeface="Open Sans" panose="020B0606030504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TEMPLATE / FILE REQUIREMENTS</a:t>
            </a:r>
            <a:endParaRPr lang="en-ZA" sz="400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sz="4001" kern="100" dirty="0" err="1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We</a:t>
            </a:r>
            <a:r>
              <a:rPr lang="de-DE" sz="4001" kern="100" dirty="0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 </a:t>
            </a:r>
            <a:r>
              <a:rPr lang="de-DE" sz="4001" kern="100" dirty="0" err="1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strongly</a:t>
            </a:r>
            <a:r>
              <a:rPr lang="de-DE" sz="4001" kern="100" dirty="0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 </a:t>
            </a:r>
            <a:r>
              <a:rPr lang="de-DE" sz="4001" kern="100" dirty="0" err="1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suggest</a:t>
            </a:r>
            <a:r>
              <a:rPr lang="de-DE" sz="4001" kern="100" dirty="0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 </a:t>
            </a:r>
            <a:r>
              <a:rPr lang="de-DE" sz="4001" kern="100" dirty="0" err="1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the</a:t>
            </a:r>
            <a:r>
              <a:rPr lang="de-DE" sz="4001" kern="100" dirty="0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 </a:t>
            </a:r>
            <a:r>
              <a:rPr lang="de-DE" sz="4001" kern="100" dirty="0" err="1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use</a:t>
            </a:r>
            <a:r>
              <a:rPr lang="de-DE" sz="4001" kern="100" dirty="0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 </a:t>
            </a:r>
            <a:r>
              <a:rPr lang="de-DE" sz="4001" kern="100" dirty="0" err="1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of</a:t>
            </a:r>
            <a:r>
              <a:rPr lang="de-DE" sz="4001" kern="100" dirty="0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 </a:t>
            </a:r>
            <a:r>
              <a:rPr lang="de-DE" sz="4001" kern="100" dirty="0" err="1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the</a:t>
            </a:r>
            <a:r>
              <a:rPr lang="de-DE" sz="4001" kern="100" dirty="0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 </a:t>
            </a:r>
            <a:r>
              <a:rPr lang="de-DE" sz="4001" kern="100" dirty="0" err="1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official</a:t>
            </a:r>
            <a:r>
              <a:rPr lang="de-DE" sz="4001" kern="100" dirty="0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 </a:t>
            </a:r>
            <a:r>
              <a:rPr lang="de-DE" sz="4001" kern="100" dirty="0" err="1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template</a:t>
            </a:r>
            <a:r>
              <a:rPr lang="de-DE" sz="4001" kern="100" dirty="0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. </a:t>
            </a:r>
            <a:r>
              <a:rPr lang="de-DE" sz="4001" kern="100" dirty="0" err="1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Should</a:t>
            </a:r>
            <a:r>
              <a:rPr lang="de-DE" sz="4001" kern="100" dirty="0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 </a:t>
            </a:r>
            <a:r>
              <a:rPr lang="de-DE" sz="4001" kern="100" dirty="0" err="1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you</a:t>
            </a:r>
            <a:r>
              <a:rPr lang="de-DE" sz="4001" kern="100" dirty="0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 </a:t>
            </a:r>
            <a:r>
              <a:rPr lang="de-DE" sz="4001" kern="100" dirty="0" err="1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choose</a:t>
            </a:r>
            <a:r>
              <a:rPr lang="de-DE" sz="4001" kern="100" dirty="0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 </a:t>
            </a:r>
            <a:r>
              <a:rPr lang="de-DE" sz="4001" kern="100" dirty="0" err="1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to</a:t>
            </a:r>
            <a:r>
              <a:rPr lang="de-DE" sz="4001" kern="100" dirty="0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 </a:t>
            </a:r>
            <a:r>
              <a:rPr lang="de-DE" sz="4001" kern="100" dirty="0" err="1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work</a:t>
            </a:r>
            <a:r>
              <a:rPr lang="de-DE" sz="4001" kern="100" dirty="0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 </a:t>
            </a:r>
            <a:r>
              <a:rPr lang="de-DE" sz="4001" kern="100" dirty="0" err="1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with</a:t>
            </a:r>
            <a:r>
              <a:rPr lang="de-DE" sz="4001" kern="100" dirty="0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 alternative </a:t>
            </a:r>
            <a:r>
              <a:rPr lang="de-DE" sz="4001" kern="100" dirty="0" err="1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colour</a:t>
            </a:r>
            <a:r>
              <a:rPr lang="de-DE" sz="4001" kern="100" dirty="0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 </a:t>
            </a:r>
            <a:r>
              <a:rPr lang="de-DE" sz="4001" kern="100" dirty="0" err="1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designs</a:t>
            </a:r>
            <a:r>
              <a:rPr lang="de-DE" sz="4001" kern="100" dirty="0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 </a:t>
            </a:r>
            <a:r>
              <a:rPr lang="de-DE" sz="4001" kern="100" dirty="0" err="1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or</a:t>
            </a:r>
            <a:r>
              <a:rPr lang="de-DE" sz="4001" kern="100" dirty="0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 </a:t>
            </a:r>
            <a:r>
              <a:rPr lang="de-DE" sz="4001" kern="100" dirty="0" err="1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schemes</a:t>
            </a:r>
            <a:r>
              <a:rPr lang="de-DE" sz="4001" kern="100" dirty="0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 </a:t>
            </a:r>
            <a:r>
              <a:rPr lang="de-DE" sz="4001" kern="100" dirty="0" err="1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please</a:t>
            </a:r>
            <a:r>
              <a:rPr lang="de-DE" sz="4001" kern="100" dirty="0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 </a:t>
            </a:r>
            <a:r>
              <a:rPr lang="de-DE" sz="4001" kern="100" dirty="0" err="1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make</a:t>
            </a:r>
            <a:r>
              <a:rPr lang="de-DE" sz="4001" kern="100" dirty="0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 </a:t>
            </a:r>
            <a:r>
              <a:rPr lang="de-DE" sz="4001" kern="100" dirty="0" err="1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sure</a:t>
            </a:r>
            <a:r>
              <a:rPr lang="de-DE" sz="4001" kern="100" dirty="0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 </a:t>
            </a:r>
            <a:r>
              <a:rPr lang="de-DE" sz="4001" kern="100" dirty="0" err="1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to</a:t>
            </a:r>
            <a:r>
              <a:rPr lang="de-DE" sz="4001" kern="100" dirty="0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 </a:t>
            </a:r>
            <a:r>
              <a:rPr lang="de-DE" sz="4001" kern="100" dirty="0" err="1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use</a:t>
            </a:r>
            <a:r>
              <a:rPr lang="de-DE" sz="4001" kern="100" dirty="0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 </a:t>
            </a:r>
            <a:r>
              <a:rPr lang="de-DE" sz="4001" kern="100" dirty="0" err="1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landscape</a:t>
            </a:r>
            <a:r>
              <a:rPr lang="de-DE" sz="4001" kern="100" dirty="0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, i.e. horizontal </a:t>
            </a:r>
            <a:r>
              <a:rPr lang="de-DE" sz="4001" kern="100" dirty="0" err="1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orientation</a:t>
            </a:r>
            <a:r>
              <a:rPr lang="de-DE" sz="4001" kern="100" dirty="0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. Maximum </a:t>
            </a:r>
            <a:r>
              <a:rPr lang="de-DE" sz="4001" kern="100" dirty="0" err="1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one</a:t>
            </a:r>
            <a:r>
              <a:rPr lang="de-DE" sz="4001" kern="100" dirty="0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 </a:t>
            </a:r>
            <a:r>
              <a:rPr lang="de-DE" sz="4001" kern="100" dirty="0" err="1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page</a:t>
            </a:r>
            <a:r>
              <a:rPr lang="de-DE" sz="4001" kern="100" dirty="0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, maximum 5 MB. </a:t>
            </a:r>
            <a:r>
              <a:rPr lang="de-DE" sz="4001" kern="100" dirty="0" err="1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Allowed</a:t>
            </a:r>
            <a:r>
              <a:rPr lang="de-DE" sz="4001" kern="100" dirty="0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 </a:t>
            </a:r>
            <a:r>
              <a:rPr lang="de-DE" sz="4001" kern="100" dirty="0" err="1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file</a:t>
            </a:r>
            <a:r>
              <a:rPr lang="de-DE" sz="4001" kern="100" dirty="0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 </a:t>
            </a:r>
            <a:r>
              <a:rPr lang="de-DE" sz="4001" kern="100" dirty="0" err="1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extensions</a:t>
            </a:r>
            <a:r>
              <a:rPr lang="de-DE" sz="4001" kern="100" dirty="0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: </a:t>
            </a:r>
            <a:r>
              <a:rPr lang="de-DE" sz="4001" b="1" kern="100" dirty="0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*.</a:t>
            </a:r>
            <a:r>
              <a:rPr lang="de-DE" sz="4001" b="1" kern="100" dirty="0" err="1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ppt</a:t>
            </a:r>
            <a:r>
              <a:rPr lang="de-DE" sz="4001" b="1" kern="100" dirty="0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, *.</a:t>
            </a:r>
            <a:r>
              <a:rPr lang="de-DE" sz="4001" b="1" kern="100" dirty="0" err="1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pptx</a:t>
            </a:r>
            <a:r>
              <a:rPr lang="de-DE" sz="4001" b="1" kern="100" dirty="0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, *.</a:t>
            </a:r>
            <a:r>
              <a:rPr lang="de-DE" sz="4001" b="1" kern="100" dirty="0" err="1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pdf</a:t>
            </a:r>
            <a:r>
              <a:rPr lang="de-DE" sz="4001" kern="100" dirty="0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4001" kern="100" dirty="0">
                <a:effectLst/>
                <a:latin typeface="Open Sans" panose="020B0606030504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ZA" sz="400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4001" b="1" kern="100" dirty="0">
                <a:solidFill>
                  <a:srgbClr val="215E99"/>
                </a:solidFill>
                <a:effectLst/>
                <a:latin typeface="Open Sans" panose="020B0606030504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SECTIONS of your </a:t>
            </a:r>
            <a:r>
              <a:rPr lang="en-US" sz="4001" b="1" kern="100" dirty="0" err="1">
                <a:solidFill>
                  <a:srgbClr val="215E99"/>
                </a:solidFill>
                <a:effectLst/>
                <a:latin typeface="Open Sans" panose="020B0606030504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ePoster</a:t>
            </a:r>
            <a:endParaRPr lang="en-ZA" sz="400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4001" kern="100" dirty="0">
                <a:effectLst/>
                <a:latin typeface="Open Sans" panose="020B0606030504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following sections should appear clearly in differentiated blocks:</a:t>
            </a:r>
            <a:endParaRPr lang="en-ZA" sz="400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17" marR="0" lvl="0" indent="-342917" algn="l" defTabSz="4572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ptos" panose="020B0004020202020204" pitchFamily="34" charset="0"/>
              <a:buChar char="-"/>
              <a:tabLst/>
              <a:defRPr/>
            </a:pPr>
            <a:r>
              <a:rPr lang="de-DE" sz="4001" kern="100" dirty="0">
                <a:solidFill>
                  <a:schemeClr val="tx1"/>
                </a:solidFill>
                <a:effectLst/>
                <a:latin typeface="Open Sans" panose="020B0606030504020204" pitchFamily="34" charset="0"/>
                <a:cs typeface="Times New Roman" panose="02020603050405020304" pitchFamily="18" charset="0"/>
              </a:rPr>
              <a:t>Purpose</a:t>
            </a:r>
            <a:endParaRPr lang="en-ZA" sz="4001" kern="100" dirty="0">
              <a:solidFill>
                <a:schemeClr val="tx1"/>
              </a:solidFill>
              <a:effectLst/>
              <a:latin typeface="Open Sans" panose="020B0606030504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17" lvl="0" indent="-342917">
              <a:lnSpc>
                <a:spcPct val="107000"/>
              </a:lnSpc>
              <a:buFont typeface="Aptos" panose="020B0004020202020204" pitchFamily="34" charset="0"/>
              <a:buChar char="-"/>
            </a:pPr>
            <a:r>
              <a:rPr lang="en-US" sz="4001" kern="100" dirty="0">
                <a:effectLst/>
                <a:latin typeface="Open Sans" panose="020B0606030504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Methods</a:t>
            </a:r>
            <a:endParaRPr lang="en-ZA" sz="400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17" lvl="0" indent="-342917">
              <a:lnSpc>
                <a:spcPct val="107000"/>
              </a:lnSpc>
              <a:buFont typeface="Aptos" panose="020B0004020202020204" pitchFamily="34" charset="0"/>
              <a:buChar char="-"/>
            </a:pPr>
            <a:r>
              <a:rPr lang="en-US" sz="4001" kern="100" dirty="0">
                <a:effectLst/>
                <a:latin typeface="Open Sans" panose="020B0606030504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Results</a:t>
            </a:r>
            <a:endParaRPr lang="en-ZA" sz="400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17" lvl="0" indent="-342917">
              <a:lnSpc>
                <a:spcPct val="107000"/>
              </a:lnSpc>
              <a:spcAft>
                <a:spcPts val="800"/>
              </a:spcAft>
              <a:buFont typeface="Aptos" panose="020B0004020202020204" pitchFamily="34" charset="0"/>
              <a:buChar char="-"/>
            </a:pPr>
            <a:r>
              <a:rPr lang="en-US" sz="4001" kern="100" dirty="0">
                <a:effectLst/>
                <a:latin typeface="Open Sans" panose="020B0606030504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Conclusion</a:t>
            </a:r>
            <a:endParaRPr lang="en-ZA" sz="400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4001" kern="100" dirty="0">
                <a:effectLst/>
                <a:latin typeface="Open Sans" panose="020B0606030504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ZA" sz="400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4001" b="1" kern="100" dirty="0">
                <a:solidFill>
                  <a:srgbClr val="215E99"/>
                </a:solidFill>
                <a:effectLst/>
                <a:latin typeface="Open Sans" panose="020B0606030504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RECOMMENDED TITLE/TEXT SIZE </a:t>
            </a:r>
            <a:endParaRPr lang="en-ZA" sz="400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4001" kern="100" dirty="0">
                <a:effectLst/>
                <a:latin typeface="Open Sans" panose="020B0606030504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Title: Between 80pt and 100pt </a:t>
            </a:r>
            <a:endParaRPr lang="en-ZA" sz="400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4001" kern="100" dirty="0">
                <a:effectLst/>
                <a:latin typeface="Open Sans" panose="020B0606030504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Affiliations: Between 30pt and 36pt</a:t>
            </a:r>
            <a:endParaRPr lang="en-ZA" sz="400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4001" kern="100" dirty="0">
                <a:effectLst/>
                <a:latin typeface="Open Sans" panose="020B0606030504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Abstract body text: Between 28pt and 40pt (depending on how much text is included).</a:t>
            </a:r>
            <a:endParaRPr lang="en-ZA" sz="400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4001" kern="100" dirty="0">
                <a:effectLst/>
                <a:latin typeface="Open Sans" panose="020B0606030504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Please use dark text colors on a light background and vice versa.</a:t>
            </a:r>
            <a:endParaRPr lang="en-ZA" sz="400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4001" b="1" kern="100" dirty="0">
                <a:effectLst/>
                <a:latin typeface="Open Sans" panose="020B0606030504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ZA" sz="400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4001" b="1" kern="100" dirty="0">
                <a:solidFill>
                  <a:srgbClr val="215E99"/>
                </a:solidFill>
                <a:effectLst/>
                <a:latin typeface="Open Sans" panose="020B0606030504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ADDING IMAGES</a:t>
            </a:r>
            <a:endParaRPr lang="en-ZA" sz="400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4001" kern="100" dirty="0">
                <a:effectLst/>
                <a:latin typeface="Open Sans" panose="020B0606030504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Please use Insert Image (from file) rather than the cut/copy and paste function. </a:t>
            </a:r>
            <a:endParaRPr lang="en-ZA" sz="400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4001" b="1" kern="100" dirty="0">
                <a:effectLst/>
                <a:latin typeface="Open Sans" panose="020B0606030504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ZA" sz="400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4001" b="1" kern="100" dirty="0">
                <a:solidFill>
                  <a:srgbClr val="215E99"/>
                </a:solidFill>
                <a:effectLst/>
                <a:latin typeface="Open Sans" panose="020B0606030504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EXPORTING your </a:t>
            </a:r>
            <a:r>
              <a:rPr lang="en-US" sz="4001" b="1" kern="100" dirty="0" err="1">
                <a:solidFill>
                  <a:srgbClr val="215E99"/>
                </a:solidFill>
                <a:effectLst/>
                <a:latin typeface="Open Sans" panose="020B0606030504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ePoster</a:t>
            </a:r>
            <a:endParaRPr lang="en-ZA" sz="400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4001" kern="100" dirty="0">
                <a:effectLst/>
                <a:latin typeface="Open Sans" panose="020B0606030504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You can either save this as a ppt/pptx or export (save as) a pdf. </a:t>
            </a:r>
            <a:endParaRPr lang="en-ZA" sz="400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4001" kern="100" dirty="0">
                <a:effectLst/>
                <a:latin typeface="Open Sans" panose="020B0606030504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Please check your poster carefully before submitting.</a:t>
            </a:r>
            <a:endParaRPr lang="en-ZA" sz="400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4001" kern="100" dirty="0">
                <a:effectLst/>
                <a:latin typeface="Open Sans" panose="020B0606030504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ZA" sz="400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6000" kern="100" dirty="0">
                <a:effectLst/>
                <a:latin typeface="Open Sans" panose="020B0606030504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ZA" sz="6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6000" kern="100" dirty="0">
                <a:effectLst/>
                <a:latin typeface="Open Sans" panose="020B0606030504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ZA" sz="6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6000" kern="100" dirty="0">
                <a:effectLst/>
                <a:latin typeface="Open Sans" panose="020B0606030504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ZA" sz="6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ZA" sz="6000" dirty="0"/>
          </a:p>
        </p:txBody>
      </p:sp>
      <p:pic>
        <p:nvPicPr>
          <p:cNvPr id="16" name="Grafik 15" descr="Ein Bild, das Text, Screenshot, Software, Betriebssystem enthält.&#10;&#10;KI-generierte Inhalte können fehlerhaft sein.">
            <a:extLst>
              <a:ext uri="{FF2B5EF4-FFF2-40B4-BE49-F238E27FC236}">
                <a16:creationId xmlns:a16="http://schemas.microsoft.com/office/drawing/2014/main" id="{F45975BD-5013-FE1B-A7CC-BEB065FE4BC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93"/>
            <a:ext cx="43200638" cy="32403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2117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04" userDrawn="1">
          <p15:clr>
            <a:srgbClr val="FBAE40"/>
          </p15:clr>
        </p15:guide>
        <p15:guide id="2" pos="1360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70044" y="1724969"/>
            <a:ext cx="37260550" cy="62623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70044" y="8624810"/>
            <a:ext cx="37260550" cy="205570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970044" y="30029347"/>
            <a:ext cx="9720144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66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14AE1A-0DF6-4CC2-9F1C-1479A0385F19}" type="datetimeFigureOut">
              <a:rPr lang="es-ES" smtClean="0"/>
              <a:t>24/09/2025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310212" y="30029347"/>
            <a:ext cx="14580215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66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510450" y="30029347"/>
            <a:ext cx="9720144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66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377228-8ACF-48D5-B01C-9CCA05E5210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82374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</p:sldLayoutIdLst>
  <p:txStyles>
    <p:titleStyle>
      <a:lvl1pPr algn="l" defTabSz="4319900" rtl="0" eaLnBrk="1" latinLnBrk="0" hangingPunct="1">
        <a:lnSpc>
          <a:spcPct val="90000"/>
        </a:lnSpc>
        <a:spcBef>
          <a:spcPct val="0"/>
        </a:spcBef>
        <a:buNone/>
        <a:defRPr sz="2078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79975" indent="-1079975" algn="l" defTabSz="4319900" rtl="0" eaLnBrk="1" latinLnBrk="0" hangingPunct="1">
        <a:lnSpc>
          <a:spcPct val="90000"/>
        </a:lnSpc>
        <a:spcBef>
          <a:spcPts val="4724"/>
        </a:spcBef>
        <a:buFont typeface="Arial" panose="020B0604020202020204" pitchFamily="34" charset="0"/>
        <a:buChar char="•"/>
        <a:defRPr sz="13228" kern="1200">
          <a:solidFill>
            <a:schemeClr val="tx1"/>
          </a:solidFill>
          <a:latin typeface="+mn-lt"/>
          <a:ea typeface="+mn-ea"/>
          <a:cs typeface="+mn-cs"/>
        </a:defRPr>
      </a:lvl1pPr>
      <a:lvl2pPr marL="3239925" indent="-1079975" algn="l" defTabSz="4319900" rtl="0" eaLnBrk="1" latinLnBrk="0" hangingPunct="1">
        <a:lnSpc>
          <a:spcPct val="90000"/>
        </a:lnSpc>
        <a:spcBef>
          <a:spcPts val="2362"/>
        </a:spcBef>
        <a:buFont typeface="Arial" panose="020B0604020202020204" pitchFamily="34" charset="0"/>
        <a:buChar char="•"/>
        <a:defRPr sz="11338" kern="1200">
          <a:solidFill>
            <a:schemeClr val="tx1"/>
          </a:solidFill>
          <a:latin typeface="+mn-lt"/>
          <a:ea typeface="+mn-ea"/>
          <a:cs typeface="+mn-cs"/>
        </a:defRPr>
      </a:lvl2pPr>
      <a:lvl3pPr marL="5399875" indent="-1079975" algn="l" defTabSz="4319900" rtl="0" eaLnBrk="1" latinLnBrk="0" hangingPunct="1">
        <a:lnSpc>
          <a:spcPct val="90000"/>
        </a:lnSpc>
        <a:spcBef>
          <a:spcPts val="2362"/>
        </a:spcBef>
        <a:buFont typeface="Arial" panose="020B0604020202020204" pitchFamily="34" charset="0"/>
        <a:buChar char="•"/>
        <a:defRPr sz="9449" kern="1200">
          <a:solidFill>
            <a:schemeClr val="tx1"/>
          </a:solidFill>
          <a:latin typeface="+mn-lt"/>
          <a:ea typeface="+mn-ea"/>
          <a:cs typeface="+mn-cs"/>
        </a:defRPr>
      </a:lvl3pPr>
      <a:lvl4pPr marL="7559825" indent="-1079975" algn="l" defTabSz="4319900" rtl="0" eaLnBrk="1" latinLnBrk="0" hangingPunct="1">
        <a:lnSpc>
          <a:spcPct val="90000"/>
        </a:lnSpc>
        <a:spcBef>
          <a:spcPts val="2362"/>
        </a:spcBef>
        <a:buFont typeface="Arial" panose="020B0604020202020204" pitchFamily="34" charset="0"/>
        <a:buChar char="•"/>
        <a:defRPr sz="8504" kern="1200">
          <a:solidFill>
            <a:schemeClr val="tx1"/>
          </a:solidFill>
          <a:latin typeface="+mn-lt"/>
          <a:ea typeface="+mn-ea"/>
          <a:cs typeface="+mn-cs"/>
        </a:defRPr>
      </a:lvl4pPr>
      <a:lvl5pPr marL="9719775" indent="-1079975" algn="l" defTabSz="4319900" rtl="0" eaLnBrk="1" latinLnBrk="0" hangingPunct="1">
        <a:lnSpc>
          <a:spcPct val="90000"/>
        </a:lnSpc>
        <a:spcBef>
          <a:spcPts val="2362"/>
        </a:spcBef>
        <a:buFont typeface="Arial" panose="020B0604020202020204" pitchFamily="34" charset="0"/>
        <a:buChar char="•"/>
        <a:defRPr sz="8504" kern="1200">
          <a:solidFill>
            <a:schemeClr val="tx1"/>
          </a:solidFill>
          <a:latin typeface="+mn-lt"/>
          <a:ea typeface="+mn-ea"/>
          <a:cs typeface="+mn-cs"/>
        </a:defRPr>
      </a:lvl5pPr>
      <a:lvl6pPr marL="11879725" indent="-1079975" algn="l" defTabSz="4319900" rtl="0" eaLnBrk="1" latinLnBrk="0" hangingPunct="1">
        <a:lnSpc>
          <a:spcPct val="90000"/>
        </a:lnSpc>
        <a:spcBef>
          <a:spcPts val="2362"/>
        </a:spcBef>
        <a:buFont typeface="Arial" panose="020B0604020202020204" pitchFamily="34" charset="0"/>
        <a:buChar char="•"/>
        <a:defRPr sz="8504" kern="1200">
          <a:solidFill>
            <a:schemeClr val="tx1"/>
          </a:solidFill>
          <a:latin typeface="+mn-lt"/>
          <a:ea typeface="+mn-ea"/>
          <a:cs typeface="+mn-cs"/>
        </a:defRPr>
      </a:lvl6pPr>
      <a:lvl7pPr marL="14039675" indent="-1079975" algn="l" defTabSz="4319900" rtl="0" eaLnBrk="1" latinLnBrk="0" hangingPunct="1">
        <a:lnSpc>
          <a:spcPct val="90000"/>
        </a:lnSpc>
        <a:spcBef>
          <a:spcPts val="2362"/>
        </a:spcBef>
        <a:buFont typeface="Arial" panose="020B0604020202020204" pitchFamily="34" charset="0"/>
        <a:buChar char="•"/>
        <a:defRPr sz="8504" kern="1200">
          <a:solidFill>
            <a:schemeClr val="tx1"/>
          </a:solidFill>
          <a:latin typeface="+mn-lt"/>
          <a:ea typeface="+mn-ea"/>
          <a:cs typeface="+mn-cs"/>
        </a:defRPr>
      </a:lvl7pPr>
      <a:lvl8pPr marL="16199625" indent="-1079975" algn="l" defTabSz="4319900" rtl="0" eaLnBrk="1" latinLnBrk="0" hangingPunct="1">
        <a:lnSpc>
          <a:spcPct val="90000"/>
        </a:lnSpc>
        <a:spcBef>
          <a:spcPts val="2362"/>
        </a:spcBef>
        <a:buFont typeface="Arial" panose="020B0604020202020204" pitchFamily="34" charset="0"/>
        <a:buChar char="•"/>
        <a:defRPr sz="8504" kern="1200">
          <a:solidFill>
            <a:schemeClr val="tx1"/>
          </a:solidFill>
          <a:latin typeface="+mn-lt"/>
          <a:ea typeface="+mn-ea"/>
          <a:cs typeface="+mn-cs"/>
        </a:defRPr>
      </a:lvl8pPr>
      <a:lvl9pPr marL="18359575" indent="-1079975" algn="l" defTabSz="4319900" rtl="0" eaLnBrk="1" latinLnBrk="0" hangingPunct="1">
        <a:lnSpc>
          <a:spcPct val="90000"/>
        </a:lnSpc>
        <a:spcBef>
          <a:spcPts val="2362"/>
        </a:spcBef>
        <a:buFont typeface="Arial" panose="020B0604020202020204" pitchFamily="34" charset="0"/>
        <a:buChar char="•"/>
        <a:defRPr sz="850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19900" rtl="0" eaLnBrk="1" latinLnBrk="0" hangingPunct="1">
        <a:defRPr sz="8504" kern="1200">
          <a:solidFill>
            <a:schemeClr val="tx1"/>
          </a:solidFill>
          <a:latin typeface="+mn-lt"/>
          <a:ea typeface="+mn-ea"/>
          <a:cs typeface="+mn-cs"/>
        </a:defRPr>
      </a:lvl1pPr>
      <a:lvl2pPr marL="2159950" algn="l" defTabSz="4319900" rtl="0" eaLnBrk="1" latinLnBrk="0" hangingPunct="1">
        <a:defRPr sz="8504" kern="1200">
          <a:solidFill>
            <a:schemeClr val="tx1"/>
          </a:solidFill>
          <a:latin typeface="+mn-lt"/>
          <a:ea typeface="+mn-ea"/>
          <a:cs typeface="+mn-cs"/>
        </a:defRPr>
      </a:lvl2pPr>
      <a:lvl3pPr marL="4319900" algn="l" defTabSz="4319900" rtl="0" eaLnBrk="1" latinLnBrk="0" hangingPunct="1">
        <a:defRPr sz="8504" kern="1200">
          <a:solidFill>
            <a:schemeClr val="tx1"/>
          </a:solidFill>
          <a:latin typeface="+mn-lt"/>
          <a:ea typeface="+mn-ea"/>
          <a:cs typeface="+mn-cs"/>
        </a:defRPr>
      </a:lvl3pPr>
      <a:lvl4pPr marL="6479850" algn="l" defTabSz="4319900" rtl="0" eaLnBrk="1" latinLnBrk="0" hangingPunct="1">
        <a:defRPr sz="8504" kern="1200">
          <a:solidFill>
            <a:schemeClr val="tx1"/>
          </a:solidFill>
          <a:latin typeface="+mn-lt"/>
          <a:ea typeface="+mn-ea"/>
          <a:cs typeface="+mn-cs"/>
        </a:defRPr>
      </a:lvl4pPr>
      <a:lvl5pPr marL="8639800" algn="l" defTabSz="4319900" rtl="0" eaLnBrk="1" latinLnBrk="0" hangingPunct="1">
        <a:defRPr sz="8504" kern="1200">
          <a:solidFill>
            <a:schemeClr val="tx1"/>
          </a:solidFill>
          <a:latin typeface="+mn-lt"/>
          <a:ea typeface="+mn-ea"/>
          <a:cs typeface="+mn-cs"/>
        </a:defRPr>
      </a:lvl5pPr>
      <a:lvl6pPr marL="10799750" algn="l" defTabSz="4319900" rtl="0" eaLnBrk="1" latinLnBrk="0" hangingPunct="1">
        <a:defRPr sz="8504" kern="1200">
          <a:solidFill>
            <a:schemeClr val="tx1"/>
          </a:solidFill>
          <a:latin typeface="+mn-lt"/>
          <a:ea typeface="+mn-ea"/>
          <a:cs typeface="+mn-cs"/>
        </a:defRPr>
      </a:lvl6pPr>
      <a:lvl7pPr marL="12959700" algn="l" defTabSz="4319900" rtl="0" eaLnBrk="1" latinLnBrk="0" hangingPunct="1">
        <a:defRPr sz="8504" kern="1200">
          <a:solidFill>
            <a:schemeClr val="tx1"/>
          </a:solidFill>
          <a:latin typeface="+mn-lt"/>
          <a:ea typeface="+mn-ea"/>
          <a:cs typeface="+mn-cs"/>
        </a:defRPr>
      </a:lvl7pPr>
      <a:lvl8pPr marL="15119650" algn="l" defTabSz="4319900" rtl="0" eaLnBrk="1" latinLnBrk="0" hangingPunct="1">
        <a:defRPr sz="8504" kern="1200">
          <a:solidFill>
            <a:schemeClr val="tx1"/>
          </a:solidFill>
          <a:latin typeface="+mn-lt"/>
          <a:ea typeface="+mn-ea"/>
          <a:cs typeface="+mn-cs"/>
        </a:defRPr>
      </a:lvl8pPr>
      <a:lvl9pPr marL="17279600" algn="l" defTabSz="4319900" rtl="0" eaLnBrk="1" latinLnBrk="0" hangingPunct="1">
        <a:defRPr sz="850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89ADB4BF-C947-46EA-A4FA-93731B2AD00A}"/>
              </a:ext>
            </a:extLst>
          </p:cNvPr>
          <p:cNvSpPr/>
          <p:nvPr/>
        </p:nvSpPr>
        <p:spPr>
          <a:xfrm>
            <a:off x="15479999" y="8876972"/>
            <a:ext cx="26820000" cy="18468000"/>
          </a:xfrm>
          <a:prstGeom prst="rect">
            <a:avLst/>
          </a:prstGeom>
          <a:solidFill>
            <a:schemeClr val="bg1"/>
          </a:solidFill>
          <a:ln w="76200">
            <a:solidFill>
              <a:srgbClr val="234A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157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3494BA5-46A1-481E-8305-8E0748DA460E}"/>
              </a:ext>
            </a:extLst>
          </p:cNvPr>
          <p:cNvSpPr/>
          <p:nvPr/>
        </p:nvSpPr>
        <p:spPr>
          <a:xfrm>
            <a:off x="16061056" y="16088895"/>
            <a:ext cx="3635931" cy="5952154"/>
          </a:xfrm>
          <a:prstGeom prst="rect">
            <a:avLst/>
          </a:prstGeom>
          <a:solidFill>
            <a:srgbClr val="234A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157" dirty="0"/>
          </a:p>
        </p:txBody>
      </p: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D5EF3F5C-7BB6-68F4-F436-EBA39EE2F56F}"/>
              </a:ext>
            </a:extLst>
          </p:cNvPr>
          <p:cNvGrpSpPr/>
          <p:nvPr/>
        </p:nvGrpSpPr>
        <p:grpSpPr>
          <a:xfrm>
            <a:off x="24851859" y="23226027"/>
            <a:ext cx="10848402" cy="2198532"/>
            <a:chOff x="25957390" y="23579120"/>
            <a:chExt cx="10848402" cy="2198532"/>
          </a:xfrm>
        </p:grpSpPr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20E134BD-F88B-4083-9F20-D3DCEC4A5DF4}"/>
                </a:ext>
              </a:extLst>
            </p:cNvPr>
            <p:cNvSpPr/>
            <p:nvPr/>
          </p:nvSpPr>
          <p:spPr>
            <a:xfrm rot="5400000">
              <a:off x="30291246" y="19263103"/>
              <a:ext cx="2198525" cy="10830565"/>
            </a:xfrm>
            <a:prstGeom prst="rect">
              <a:avLst/>
            </a:prstGeom>
            <a:noFill/>
            <a:ln>
              <a:solidFill>
                <a:srgbClr val="3E1C3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157"/>
            </a:p>
          </p:txBody>
        </p:sp>
        <p:cxnSp>
          <p:nvCxnSpPr>
            <p:cNvPr id="14" name="Conector recto 13">
              <a:extLst>
                <a:ext uri="{FF2B5EF4-FFF2-40B4-BE49-F238E27FC236}">
                  <a16:creationId xmlns:a16="http://schemas.microsoft.com/office/drawing/2014/main" id="{FDBFBA9D-B765-4F14-BB99-9A82226873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975223" y="23579120"/>
              <a:ext cx="10830568" cy="2198526"/>
            </a:xfrm>
            <a:prstGeom prst="line">
              <a:avLst/>
            </a:prstGeom>
            <a:ln>
              <a:solidFill>
                <a:srgbClr val="3E1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cto 14">
              <a:extLst>
                <a:ext uri="{FF2B5EF4-FFF2-40B4-BE49-F238E27FC236}">
                  <a16:creationId xmlns:a16="http://schemas.microsoft.com/office/drawing/2014/main" id="{DD04957B-43DA-4F59-84A4-034677ADBB7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957390" y="23579120"/>
              <a:ext cx="10848402" cy="2198532"/>
            </a:xfrm>
            <a:prstGeom prst="line">
              <a:avLst/>
            </a:prstGeom>
            <a:ln>
              <a:solidFill>
                <a:srgbClr val="3E1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6" name="Tabla 15">
            <a:extLst>
              <a:ext uri="{FF2B5EF4-FFF2-40B4-BE49-F238E27FC236}">
                <a16:creationId xmlns:a16="http://schemas.microsoft.com/office/drawing/2014/main" id="{B8A96FC7-6A41-4E7A-BD41-7F4A59382C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5642958"/>
              </p:ext>
            </p:extLst>
          </p:nvPr>
        </p:nvGraphicFramePr>
        <p:xfrm>
          <a:off x="24851859" y="16039822"/>
          <a:ext cx="10775450" cy="6121962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2155090">
                  <a:extLst>
                    <a:ext uri="{9D8B030D-6E8A-4147-A177-3AD203B41FA5}">
                      <a16:colId xmlns:a16="http://schemas.microsoft.com/office/drawing/2014/main" val="2581945635"/>
                    </a:ext>
                  </a:extLst>
                </a:gridCol>
                <a:gridCol w="2155090">
                  <a:extLst>
                    <a:ext uri="{9D8B030D-6E8A-4147-A177-3AD203B41FA5}">
                      <a16:colId xmlns:a16="http://schemas.microsoft.com/office/drawing/2014/main" val="1311242281"/>
                    </a:ext>
                  </a:extLst>
                </a:gridCol>
                <a:gridCol w="1829915">
                  <a:extLst>
                    <a:ext uri="{9D8B030D-6E8A-4147-A177-3AD203B41FA5}">
                      <a16:colId xmlns:a16="http://schemas.microsoft.com/office/drawing/2014/main" val="576665038"/>
                    </a:ext>
                  </a:extLst>
                </a:gridCol>
                <a:gridCol w="2480265">
                  <a:extLst>
                    <a:ext uri="{9D8B030D-6E8A-4147-A177-3AD203B41FA5}">
                      <a16:colId xmlns:a16="http://schemas.microsoft.com/office/drawing/2014/main" val="756634555"/>
                    </a:ext>
                  </a:extLst>
                </a:gridCol>
                <a:gridCol w="2155090">
                  <a:extLst>
                    <a:ext uri="{9D8B030D-6E8A-4147-A177-3AD203B41FA5}">
                      <a16:colId xmlns:a16="http://schemas.microsoft.com/office/drawing/2014/main" val="2609625798"/>
                    </a:ext>
                  </a:extLst>
                </a:gridCol>
              </a:tblGrid>
              <a:tr h="680218">
                <a:tc>
                  <a:txBody>
                    <a:bodyPr/>
                    <a:lstStyle/>
                    <a:p>
                      <a:endParaRPr lang="es-ES" sz="2500" dirty="0"/>
                    </a:p>
                  </a:txBody>
                  <a:tcPr marL="58781" marR="58781" marT="29391" marB="29391">
                    <a:solidFill>
                      <a:srgbClr val="234A79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2500" dirty="0"/>
                    </a:p>
                  </a:txBody>
                  <a:tcPr marL="58781" marR="58781" marT="29391" marB="29391">
                    <a:solidFill>
                      <a:srgbClr val="234A79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2500" dirty="0"/>
                    </a:p>
                  </a:txBody>
                  <a:tcPr marL="58781" marR="58781" marT="29391" marB="29391">
                    <a:solidFill>
                      <a:srgbClr val="234A79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2500" dirty="0"/>
                    </a:p>
                  </a:txBody>
                  <a:tcPr marL="58781" marR="58781" marT="29391" marB="29391">
                    <a:solidFill>
                      <a:srgbClr val="234A79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2500" dirty="0"/>
                    </a:p>
                  </a:txBody>
                  <a:tcPr marL="58781" marR="58781" marT="29391" marB="29391">
                    <a:solidFill>
                      <a:srgbClr val="234A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6304912"/>
                  </a:ext>
                </a:extLst>
              </a:tr>
              <a:tr h="680218">
                <a:tc>
                  <a:txBody>
                    <a:bodyPr/>
                    <a:lstStyle/>
                    <a:p>
                      <a:endParaRPr lang="es-ES" sz="2500" dirty="0"/>
                    </a:p>
                  </a:txBody>
                  <a:tcPr marL="58781" marR="58781" marT="29391" marB="29391">
                    <a:solidFill>
                      <a:srgbClr val="234A79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2500" dirty="0"/>
                    </a:p>
                  </a:txBody>
                  <a:tcPr marL="58781" marR="58781" marT="29391" marB="29391">
                    <a:solidFill>
                      <a:srgbClr val="234A79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2500" dirty="0"/>
                    </a:p>
                  </a:txBody>
                  <a:tcPr marL="58781" marR="58781" marT="29391" marB="29391">
                    <a:solidFill>
                      <a:srgbClr val="234A79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2500" dirty="0"/>
                    </a:p>
                  </a:txBody>
                  <a:tcPr marL="58781" marR="58781" marT="29391" marB="29391">
                    <a:solidFill>
                      <a:srgbClr val="234A79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2500" dirty="0"/>
                    </a:p>
                  </a:txBody>
                  <a:tcPr marL="58781" marR="58781" marT="29391" marB="29391">
                    <a:solidFill>
                      <a:srgbClr val="234A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7375713"/>
                  </a:ext>
                </a:extLst>
              </a:tr>
              <a:tr h="680218">
                <a:tc>
                  <a:txBody>
                    <a:bodyPr/>
                    <a:lstStyle/>
                    <a:p>
                      <a:endParaRPr lang="es-ES" sz="2500" dirty="0"/>
                    </a:p>
                  </a:txBody>
                  <a:tcPr marL="58781" marR="58781" marT="29391" marB="29391">
                    <a:solidFill>
                      <a:srgbClr val="234A79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2500" dirty="0"/>
                    </a:p>
                  </a:txBody>
                  <a:tcPr marL="58781" marR="58781" marT="29391" marB="29391">
                    <a:solidFill>
                      <a:srgbClr val="234A79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2500" dirty="0"/>
                    </a:p>
                  </a:txBody>
                  <a:tcPr marL="58781" marR="58781" marT="29391" marB="29391">
                    <a:solidFill>
                      <a:srgbClr val="234A79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2500" dirty="0"/>
                    </a:p>
                  </a:txBody>
                  <a:tcPr marL="58781" marR="58781" marT="29391" marB="29391">
                    <a:solidFill>
                      <a:srgbClr val="234A79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2500" dirty="0"/>
                    </a:p>
                  </a:txBody>
                  <a:tcPr marL="58781" marR="58781" marT="29391" marB="29391">
                    <a:solidFill>
                      <a:srgbClr val="234A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2416857"/>
                  </a:ext>
                </a:extLst>
              </a:tr>
              <a:tr h="680218">
                <a:tc>
                  <a:txBody>
                    <a:bodyPr/>
                    <a:lstStyle/>
                    <a:p>
                      <a:endParaRPr lang="es-ES" sz="2500" dirty="0"/>
                    </a:p>
                  </a:txBody>
                  <a:tcPr marL="58781" marR="58781" marT="29391" marB="29391">
                    <a:solidFill>
                      <a:srgbClr val="234A79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2500" dirty="0"/>
                    </a:p>
                  </a:txBody>
                  <a:tcPr marL="58781" marR="58781" marT="29391" marB="29391">
                    <a:solidFill>
                      <a:srgbClr val="234A79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2500" dirty="0"/>
                    </a:p>
                  </a:txBody>
                  <a:tcPr marL="58781" marR="58781" marT="29391" marB="29391">
                    <a:solidFill>
                      <a:srgbClr val="234A79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2500" dirty="0"/>
                    </a:p>
                  </a:txBody>
                  <a:tcPr marL="58781" marR="58781" marT="29391" marB="29391">
                    <a:solidFill>
                      <a:srgbClr val="234A79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2500" dirty="0"/>
                    </a:p>
                  </a:txBody>
                  <a:tcPr marL="58781" marR="58781" marT="29391" marB="29391">
                    <a:solidFill>
                      <a:srgbClr val="234A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3603507"/>
                  </a:ext>
                </a:extLst>
              </a:tr>
              <a:tr h="680218">
                <a:tc>
                  <a:txBody>
                    <a:bodyPr/>
                    <a:lstStyle/>
                    <a:p>
                      <a:endParaRPr lang="es-ES" sz="2500" dirty="0"/>
                    </a:p>
                  </a:txBody>
                  <a:tcPr marL="58781" marR="58781" marT="29391" marB="29391">
                    <a:solidFill>
                      <a:srgbClr val="234A79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2500" dirty="0"/>
                    </a:p>
                  </a:txBody>
                  <a:tcPr marL="58781" marR="58781" marT="29391" marB="29391">
                    <a:solidFill>
                      <a:srgbClr val="234A79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2500" dirty="0"/>
                    </a:p>
                  </a:txBody>
                  <a:tcPr marL="58781" marR="58781" marT="29391" marB="29391">
                    <a:solidFill>
                      <a:srgbClr val="234A79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2500" dirty="0"/>
                    </a:p>
                  </a:txBody>
                  <a:tcPr marL="58781" marR="58781" marT="29391" marB="29391">
                    <a:solidFill>
                      <a:srgbClr val="234A79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2500" dirty="0"/>
                    </a:p>
                  </a:txBody>
                  <a:tcPr marL="58781" marR="58781" marT="29391" marB="29391">
                    <a:solidFill>
                      <a:srgbClr val="234A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3329125"/>
                  </a:ext>
                </a:extLst>
              </a:tr>
              <a:tr h="680218">
                <a:tc>
                  <a:txBody>
                    <a:bodyPr/>
                    <a:lstStyle/>
                    <a:p>
                      <a:endParaRPr lang="es-ES" sz="2500" dirty="0"/>
                    </a:p>
                  </a:txBody>
                  <a:tcPr marL="58781" marR="58781" marT="29391" marB="29391">
                    <a:solidFill>
                      <a:srgbClr val="234A79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2500" dirty="0"/>
                    </a:p>
                  </a:txBody>
                  <a:tcPr marL="58781" marR="58781" marT="29391" marB="29391">
                    <a:solidFill>
                      <a:srgbClr val="234A79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2500" dirty="0"/>
                    </a:p>
                  </a:txBody>
                  <a:tcPr marL="58781" marR="58781" marT="29391" marB="29391">
                    <a:solidFill>
                      <a:srgbClr val="234A79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2500" dirty="0"/>
                    </a:p>
                  </a:txBody>
                  <a:tcPr marL="58781" marR="58781" marT="29391" marB="29391">
                    <a:solidFill>
                      <a:srgbClr val="234A79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2500" dirty="0"/>
                    </a:p>
                  </a:txBody>
                  <a:tcPr marL="58781" marR="58781" marT="29391" marB="29391">
                    <a:solidFill>
                      <a:srgbClr val="234A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4611130"/>
                  </a:ext>
                </a:extLst>
              </a:tr>
              <a:tr h="680218">
                <a:tc>
                  <a:txBody>
                    <a:bodyPr/>
                    <a:lstStyle/>
                    <a:p>
                      <a:endParaRPr lang="es-ES" sz="2500" dirty="0"/>
                    </a:p>
                  </a:txBody>
                  <a:tcPr marL="58781" marR="58781" marT="29391" marB="29391">
                    <a:solidFill>
                      <a:srgbClr val="234A79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2500" dirty="0"/>
                    </a:p>
                  </a:txBody>
                  <a:tcPr marL="58781" marR="58781" marT="29391" marB="29391">
                    <a:solidFill>
                      <a:srgbClr val="234A79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2500" dirty="0"/>
                    </a:p>
                  </a:txBody>
                  <a:tcPr marL="58781" marR="58781" marT="29391" marB="29391">
                    <a:solidFill>
                      <a:srgbClr val="234A79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2500" dirty="0"/>
                    </a:p>
                  </a:txBody>
                  <a:tcPr marL="58781" marR="58781" marT="29391" marB="29391">
                    <a:solidFill>
                      <a:srgbClr val="234A79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2500" dirty="0"/>
                    </a:p>
                  </a:txBody>
                  <a:tcPr marL="58781" marR="58781" marT="29391" marB="29391">
                    <a:solidFill>
                      <a:srgbClr val="234A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0442471"/>
                  </a:ext>
                </a:extLst>
              </a:tr>
              <a:tr h="680218">
                <a:tc>
                  <a:txBody>
                    <a:bodyPr/>
                    <a:lstStyle/>
                    <a:p>
                      <a:endParaRPr lang="es-ES" sz="2500" dirty="0"/>
                    </a:p>
                  </a:txBody>
                  <a:tcPr marL="58781" marR="58781" marT="29391" marB="29391">
                    <a:solidFill>
                      <a:srgbClr val="234A79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2500" dirty="0"/>
                    </a:p>
                  </a:txBody>
                  <a:tcPr marL="58781" marR="58781" marT="29391" marB="29391">
                    <a:solidFill>
                      <a:srgbClr val="234A79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2500" dirty="0"/>
                    </a:p>
                  </a:txBody>
                  <a:tcPr marL="58781" marR="58781" marT="29391" marB="29391">
                    <a:solidFill>
                      <a:srgbClr val="234A79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2500" dirty="0"/>
                    </a:p>
                  </a:txBody>
                  <a:tcPr marL="58781" marR="58781" marT="29391" marB="29391">
                    <a:solidFill>
                      <a:srgbClr val="234A79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2500" dirty="0"/>
                    </a:p>
                  </a:txBody>
                  <a:tcPr marL="58781" marR="58781" marT="29391" marB="29391">
                    <a:solidFill>
                      <a:srgbClr val="234A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4764352"/>
                  </a:ext>
                </a:extLst>
              </a:tr>
              <a:tr h="680218">
                <a:tc>
                  <a:txBody>
                    <a:bodyPr/>
                    <a:lstStyle/>
                    <a:p>
                      <a:endParaRPr lang="es-ES" sz="2500" dirty="0"/>
                    </a:p>
                  </a:txBody>
                  <a:tcPr marL="58781" marR="58781" marT="29391" marB="29391">
                    <a:solidFill>
                      <a:srgbClr val="234A79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2500" dirty="0"/>
                    </a:p>
                  </a:txBody>
                  <a:tcPr marL="58781" marR="58781" marT="29391" marB="29391">
                    <a:solidFill>
                      <a:srgbClr val="234A79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2500" dirty="0"/>
                    </a:p>
                  </a:txBody>
                  <a:tcPr marL="58781" marR="58781" marT="29391" marB="29391">
                    <a:solidFill>
                      <a:srgbClr val="234A79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2500" dirty="0"/>
                    </a:p>
                  </a:txBody>
                  <a:tcPr marL="58781" marR="58781" marT="29391" marB="29391">
                    <a:solidFill>
                      <a:srgbClr val="234A79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2500" dirty="0"/>
                    </a:p>
                  </a:txBody>
                  <a:tcPr marL="58781" marR="58781" marT="29391" marB="29391">
                    <a:solidFill>
                      <a:srgbClr val="234A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3145208"/>
                  </a:ext>
                </a:extLst>
              </a:tr>
            </a:tbl>
          </a:graphicData>
        </a:graphic>
      </p:graphicFrame>
      <p:sp>
        <p:nvSpPr>
          <p:cNvPr id="37" name="Rectángulo 36">
            <a:extLst>
              <a:ext uri="{FF2B5EF4-FFF2-40B4-BE49-F238E27FC236}">
                <a16:creationId xmlns:a16="http://schemas.microsoft.com/office/drawing/2014/main" id="{6B2AD9FC-5BD6-4E2A-BC89-091E3983814E}"/>
              </a:ext>
            </a:extLst>
          </p:cNvPr>
          <p:cNvSpPr/>
          <p:nvPr/>
        </p:nvSpPr>
        <p:spPr>
          <a:xfrm>
            <a:off x="15905764" y="10077023"/>
            <a:ext cx="25893111" cy="54784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CA" sz="2800" i="1" dirty="0">
                <a:solidFill>
                  <a:schemeClr val="bg2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Importing/inserting files…</a:t>
            </a:r>
          </a:p>
          <a:p>
            <a:pPr>
              <a:spcBef>
                <a:spcPct val="50000"/>
              </a:spcBef>
            </a:pPr>
            <a:r>
              <a:rPr lang="en-CA" sz="2800" i="1" dirty="0">
                <a:solidFill>
                  <a:schemeClr val="bg2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Images such as photographs, graphs, diagrams, logos, etc., can be added to the poster. Avoid long numerical tables as they will be difficult to read.</a:t>
            </a:r>
          </a:p>
          <a:p>
            <a:pPr>
              <a:spcBef>
                <a:spcPct val="50000"/>
              </a:spcBef>
            </a:pPr>
            <a:r>
              <a:rPr lang="en-CA" sz="2800" i="1" dirty="0">
                <a:solidFill>
                  <a:schemeClr val="bg2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 insert images, go through the menus as follows: Insert/Picture/From File. Locate the file on your computer, select and press OK. Please ensure all image files are JPEG/PNG, other formats may cause images to get corrupted after saving.</a:t>
            </a:r>
          </a:p>
          <a:p>
            <a:pPr>
              <a:spcBef>
                <a:spcPct val="50000"/>
              </a:spcBef>
            </a:pPr>
            <a:r>
              <a:rPr lang="en-CA" sz="2800" i="1" dirty="0">
                <a:solidFill>
                  <a:schemeClr val="bg2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 aware of the image size you are importing. </a:t>
            </a:r>
          </a:p>
          <a:p>
            <a:pPr>
              <a:spcBef>
                <a:spcPct val="50000"/>
              </a:spcBef>
            </a:pPr>
            <a:endParaRPr lang="en-CA" sz="2800" i="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50000"/>
              </a:spcBef>
            </a:pPr>
            <a:r>
              <a:rPr lang="en-CA" sz="2800" i="1" dirty="0">
                <a:solidFill>
                  <a:schemeClr val="bg2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Notes about graphs…</a:t>
            </a:r>
          </a:p>
          <a:p>
            <a:pPr>
              <a:spcBef>
                <a:spcPct val="50000"/>
              </a:spcBef>
            </a:pPr>
            <a:r>
              <a:rPr lang="en-CA" sz="2800" i="1" dirty="0">
                <a:solidFill>
                  <a:schemeClr val="bg2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For simple graphs use MS Excel or create the graph directly in PowerPoint.</a:t>
            </a:r>
          </a:p>
          <a:p>
            <a:pPr>
              <a:spcBef>
                <a:spcPct val="50000"/>
              </a:spcBef>
            </a:pPr>
            <a:r>
              <a:rPr lang="en-CA" sz="2800" i="1" dirty="0">
                <a:solidFill>
                  <a:schemeClr val="bg2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Graphs created in a scientific graphing program (e.g.. Sigma Plot, Prism, SPSS, Statistics) should be saved as JPEG or TIFF</a:t>
            </a:r>
            <a:r>
              <a:rPr lang="en-CA" sz="2800" i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83A92F19-3CCB-42C0-A979-D1DB2BA99E4D}"/>
              </a:ext>
            </a:extLst>
          </p:cNvPr>
          <p:cNvSpPr/>
          <p:nvPr/>
        </p:nvSpPr>
        <p:spPr>
          <a:xfrm>
            <a:off x="16061056" y="23226027"/>
            <a:ext cx="8027755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sz="2800" i="1" dirty="0">
                <a:solidFill>
                  <a:schemeClr val="bg2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recommended font for captions is Open sans /Calibri, not smaller than 15 pt. Left aligned if it refers to a figure on its right. Try to start the captions right at the top edge of the picture (graph or photo).</a:t>
            </a:r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85D7A6DE-BCD9-4C45-A4F8-ED28ADF26EC2}"/>
              </a:ext>
            </a:extLst>
          </p:cNvPr>
          <p:cNvSpPr/>
          <p:nvPr/>
        </p:nvSpPr>
        <p:spPr>
          <a:xfrm>
            <a:off x="21600319" y="21700119"/>
            <a:ext cx="40407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CA" sz="2400" i="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37DA1C6-B926-49D7-B2DC-33EFE40B91C1}"/>
              </a:ext>
            </a:extLst>
          </p:cNvPr>
          <p:cNvSpPr/>
          <p:nvPr/>
        </p:nvSpPr>
        <p:spPr>
          <a:xfrm>
            <a:off x="899998" y="13376971"/>
            <a:ext cx="14364000" cy="7961629"/>
          </a:xfrm>
          <a:prstGeom prst="rect">
            <a:avLst/>
          </a:prstGeom>
          <a:solidFill>
            <a:schemeClr val="bg1"/>
          </a:solidFill>
          <a:ln w="76200">
            <a:solidFill>
              <a:srgbClr val="234A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157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855415EB-D59B-4023-84B0-4E721EE62224}"/>
              </a:ext>
            </a:extLst>
          </p:cNvPr>
          <p:cNvSpPr/>
          <p:nvPr/>
        </p:nvSpPr>
        <p:spPr>
          <a:xfrm>
            <a:off x="1401762" y="14507703"/>
            <a:ext cx="13672759" cy="24191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</a:pPr>
            <a:r>
              <a:rPr lang="en-CA" sz="2800" dirty="0">
                <a:solidFill>
                  <a:schemeClr val="bg2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How to use this poster template…</a:t>
            </a:r>
          </a:p>
          <a:p>
            <a:pPr>
              <a:spcBef>
                <a:spcPct val="20000"/>
              </a:spcBef>
            </a:pPr>
            <a:r>
              <a:rPr lang="en-CA" sz="2800" dirty="0">
                <a:solidFill>
                  <a:schemeClr val="bg2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Simply highlight this text and replace it by typing in your own text, or copy and paste your text from a MS Word document or a PowerPoint slide presentation. </a:t>
            </a:r>
          </a:p>
          <a:p>
            <a:pPr>
              <a:spcBef>
                <a:spcPct val="20000"/>
              </a:spcBef>
            </a:pPr>
            <a:r>
              <a:rPr lang="en-CA" sz="2800" dirty="0">
                <a:solidFill>
                  <a:schemeClr val="bg2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body text/font size should be  no smaller than 20 points. Try to keep body text left-aligned, do not justify text.</a:t>
            </a:r>
          </a:p>
        </p:txBody>
      </p:sp>
      <p:sp>
        <p:nvSpPr>
          <p:cNvPr id="44" name="Text Box 2">
            <a:extLst>
              <a:ext uri="{FF2B5EF4-FFF2-40B4-BE49-F238E27FC236}">
                <a16:creationId xmlns:a16="http://schemas.microsoft.com/office/drawing/2014/main" id="{5DF5A792-B40B-4A29-B9E5-C0DD20185B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0379" y="13733357"/>
            <a:ext cx="7545274" cy="6179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tx1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409803" tIns="409803" rIns="409803" bIns="409803" anchor="ctr"/>
          <a:lstStyle>
            <a:lvl1pPr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defTabSz="192088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defTabSz="192088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defTabSz="192088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defTabSz="192088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GB" sz="3600" b="1" u="sng" kern="0" dirty="0">
                <a:solidFill>
                  <a:srgbClr val="234A79"/>
                </a:solidFill>
                <a:latin typeface="Gibson SemBd" panose="02000000000000000000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METHODS</a:t>
            </a:r>
            <a:endParaRPr lang="en-AU" sz="3600" b="1" u="sng" kern="0" dirty="0">
              <a:solidFill>
                <a:srgbClr val="234A79"/>
              </a:solidFill>
              <a:latin typeface="Gibson SemBd" panose="02000000000000000000" pitchFamily="2" charset="77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C1E8B97D-F98E-45E6-B986-929DAF326E15}"/>
              </a:ext>
            </a:extLst>
          </p:cNvPr>
          <p:cNvSpPr/>
          <p:nvPr/>
        </p:nvSpPr>
        <p:spPr>
          <a:xfrm>
            <a:off x="900000" y="8876971"/>
            <a:ext cx="14364000" cy="4320000"/>
          </a:xfrm>
          <a:prstGeom prst="rect">
            <a:avLst/>
          </a:prstGeom>
          <a:solidFill>
            <a:schemeClr val="bg1"/>
          </a:solidFill>
          <a:ln w="76200">
            <a:solidFill>
              <a:srgbClr val="234A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157" dirty="0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5878D4B7-75FE-443C-8941-08703615CD6F}"/>
              </a:ext>
            </a:extLst>
          </p:cNvPr>
          <p:cNvSpPr/>
          <p:nvPr/>
        </p:nvSpPr>
        <p:spPr>
          <a:xfrm>
            <a:off x="1401763" y="10029869"/>
            <a:ext cx="13672759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12116" eaLnBrk="0" hangingPunct="0">
              <a:spcBef>
                <a:spcPct val="50000"/>
              </a:spcBef>
            </a:pPr>
            <a:r>
              <a:rPr lang="en-AU" sz="2800" dirty="0">
                <a:solidFill>
                  <a:schemeClr val="bg2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You may edit the size of the font, the sections distribution and the colour scheme if wanted. All modifications concerning the background/title display are to be done at a Master Slide level.</a:t>
            </a:r>
          </a:p>
        </p:txBody>
      </p:sp>
      <p:sp>
        <p:nvSpPr>
          <p:cNvPr id="64" name="Text Box 2">
            <a:extLst>
              <a:ext uri="{FF2B5EF4-FFF2-40B4-BE49-F238E27FC236}">
                <a16:creationId xmlns:a16="http://schemas.microsoft.com/office/drawing/2014/main" id="{BB69D296-D40D-4612-A52D-FEAAEF4BDC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0379" y="9138010"/>
            <a:ext cx="12708213" cy="8760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tx1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409803" tIns="409803" rIns="409803" bIns="409803" anchor="ctr"/>
          <a:lstStyle>
            <a:lvl1pPr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defTabSz="192088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defTabSz="192088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defTabSz="192088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defTabSz="192088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GB" sz="3600" b="1" u="sng" kern="0" dirty="0">
                <a:solidFill>
                  <a:srgbClr val="234A79"/>
                </a:solidFill>
                <a:latin typeface="Gibson SemBd" panose="02000000000000000000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PURPOSE</a:t>
            </a:r>
            <a:endParaRPr lang="en-AU" sz="3600" b="1" u="sng" kern="0" dirty="0">
              <a:solidFill>
                <a:srgbClr val="234A79"/>
              </a:solidFill>
              <a:latin typeface="Gibson SemBd" panose="02000000000000000000" pitchFamily="2" charset="77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6" name="Text Box 2">
            <a:extLst>
              <a:ext uri="{FF2B5EF4-FFF2-40B4-BE49-F238E27FC236}">
                <a16:creationId xmlns:a16="http://schemas.microsoft.com/office/drawing/2014/main" id="{BC287C41-597F-49BA-9B40-CA44BA2167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76285" y="9063622"/>
            <a:ext cx="10511391" cy="10248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tx1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409803" tIns="409803" rIns="409803" bIns="409803" anchor="ctr"/>
          <a:lstStyle>
            <a:lvl1pPr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defTabSz="192088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defTabSz="192088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defTabSz="192088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defTabSz="192088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GB" sz="3600" b="1" u="sng" kern="0" dirty="0">
                <a:solidFill>
                  <a:srgbClr val="234A79"/>
                </a:solidFill>
                <a:latin typeface="Gibson SemBd" panose="02000000000000000000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RESULTS</a:t>
            </a:r>
            <a:endParaRPr lang="en-AU" sz="3600" b="1" u="sng" kern="0" dirty="0">
              <a:solidFill>
                <a:srgbClr val="234A79"/>
              </a:solidFill>
              <a:latin typeface="Gibson SemBd" panose="02000000000000000000" pitchFamily="2" charset="77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3FC689EA-AB5E-4664-BCC3-207D9980A0D0}"/>
              </a:ext>
            </a:extLst>
          </p:cNvPr>
          <p:cNvSpPr/>
          <p:nvPr/>
        </p:nvSpPr>
        <p:spPr>
          <a:xfrm>
            <a:off x="899999" y="21494953"/>
            <a:ext cx="14364000" cy="5850019"/>
          </a:xfrm>
          <a:prstGeom prst="rect">
            <a:avLst/>
          </a:prstGeom>
          <a:solidFill>
            <a:schemeClr val="bg1"/>
          </a:solidFill>
          <a:ln w="76200">
            <a:solidFill>
              <a:srgbClr val="234A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157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4EE84E10-B828-4589-99EC-4590146C3A2B}"/>
              </a:ext>
            </a:extLst>
          </p:cNvPr>
          <p:cNvSpPr/>
          <p:nvPr/>
        </p:nvSpPr>
        <p:spPr>
          <a:xfrm>
            <a:off x="1396488" y="22585914"/>
            <a:ext cx="1292526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12116">
              <a:spcBef>
                <a:spcPct val="50000"/>
              </a:spcBef>
            </a:pPr>
            <a:r>
              <a:rPr lang="en-CA" sz="2800" dirty="0">
                <a:solidFill>
                  <a:schemeClr val="bg2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Just highlight this text and replace with your own text</a:t>
            </a:r>
            <a:r>
              <a:rPr lang="en-CA" sz="28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71" name="Text Box 2">
            <a:extLst>
              <a:ext uri="{FF2B5EF4-FFF2-40B4-BE49-F238E27FC236}">
                <a16:creationId xmlns:a16="http://schemas.microsoft.com/office/drawing/2014/main" id="{76BC6877-E77D-4CE7-834A-09B8B5F85F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0379" y="21843687"/>
            <a:ext cx="8393345" cy="6522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tx1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409803" tIns="409803" rIns="409803" bIns="409803" anchor="ctr"/>
          <a:lstStyle>
            <a:lvl1pPr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defTabSz="192088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defTabSz="192088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defTabSz="192088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defTabSz="192088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GB" sz="3600" b="1" u="sng" kern="0" dirty="0">
                <a:solidFill>
                  <a:srgbClr val="234A79"/>
                </a:solidFill>
                <a:latin typeface="Gibson SemBd" panose="02000000000000000000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CONCLUSIONS</a:t>
            </a:r>
            <a:endParaRPr lang="en-AU" sz="3600" b="1" u="sng" kern="0" dirty="0">
              <a:solidFill>
                <a:srgbClr val="234A79"/>
              </a:solidFill>
              <a:latin typeface="Gibson SemBd" panose="02000000000000000000" pitchFamily="2" charset="77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11D09F1E-59B8-4D0A-904B-B09FA4A11A68}"/>
              </a:ext>
            </a:extLst>
          </p:cNvPr>
          <p:cNvSpPr/>
          <p:nvPr/>
        </p:nvSpPr>
        <p:spPr>
          <a:xfrm>
            <a:off x="900000" y="27560972"/>
            <a:ext cx="14364000" cy="3647898"/>
          </a:xfrm>
          <a:prstGeom prst="rect">
            <a:avLst/>
          </a:prstGeom>
          <a:solidFill>
            <a:schemeClr val="bg1"/>
          </a:solidFill>
          <a:ln w="76200">
            <a:solidFill>
              <a:srgbClr val="234A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157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9714A605-AB4B-4F79-ADD5-EF4021DAC0CB}"/>
              </a:ext>
            </a:extLst>
          </p:cNvPr>
          <p:cNvSpPr/>
          <p:nvPr/>
        </p:nvSpPr>
        <p:spPr>
          <a:xfrm>
            <a:off x="1369606" y="28668745"/>
            <a:ext cx="1060458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12116" eaLnBrk="0" hangingPunct="0">
              <a:spcBef>
                <a:spcPct val="50000"/>
              </a:spcBef>
            </a:pPr>
            <a:r>
              <a:rPr lang="en-AU" sz="2800" dirty="0">
                <a:solidFill>
                  <a:schemeClr val="bg2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Just highlight this text and replace with your own text. </a:t>
            </a:r>
            <a:endParaRPr lang="en-US" sz="2800" dirty="0">
              <a:solidFill>
                <a:schemeClr val="bg2">
                  <a:lumMod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3" name="Text Box 2">
            <a:extLst>
              <a:ext uri="{FF2B5EF4-FFF2-40B4-BE49-F238E27FC236}">
                <a16:creationId xmlns:a16="http://schemas.microsoft.com/office/drawing/2014/main" id="{EF09FA8A-115F-4057-B908-B7ACF82D06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3710" y="27979270"/>
            <a:ext cx="12378047" cy="5716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tx1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409803" tIns="409803" rIns="409803" bIns="409803" anchor="ctr"/>
          <a:lstStyle>
            <a:lvl1pPr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defTabSz="192088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defTabSz="192088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defTabSz="192088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defTabSz="192088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GB" sz="3600" b="1" u="sng" kern="0" dirty="0">
                <a:solidFill>
                  <a:srgbClr val="234A79"/>
                </a:solidFill>
                <a:latin typeface="Gibson SemBd" panose="02000000000000000000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ACKNOWLEDGEMENTS</a:t>
            </a:r>
            <a:endParaRPr lang="en-AU" sz="3600" b="1" u="sng" kern="0" dirty="0">
              <a:solidFill>
                <a:srgbClr val="234A79"/>
              </a:solidFill>
              <a:latin typeface="Gibson SemBd" panose="02000000000000000000" pitchFamily="2" charset="77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82ED4B5E-0877-4C2C-913A-AE230BFEDCFC}"/>
              </a:ext>
            </a:extLst>
          </p:cNvPr>
          <p:cNvSpPr/>
          <p:nvPr/>
        </p:nvSpPr>
        <p:spPr>
          <a:xfrm>
            <a:off x="15480000" y="27560972"/>
            <a:ext cx="18828000" cy="3647898"/>
          </a:xfrm>
          <a:prstGeom prst="rect">
            <a:avLst/>
          </a:prstGeom>
          <a:solidFill>
            <a:schemeClr val="bg1"/>
          </a:solidFill>
          <a:ln w="76200">
            <a:solidFill>
              <a:srgbClr val="234A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157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1A7E6456-2E12-4238-8BAE-C4C20DBC9D8D}"/>
              </a:ext>
            </a:extLst>
          </p:cNvPr>
          <p:cNvSpPr/>
          <p:nvPr/>
        </p:nvSpPr>
        <p:spPr>
          <a:xfrm>
            <a:off x="15905764" y="28614131"/>
            <a:ext cx="18281956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12116" eaLnBrk="0" hangingPunct="0">
              <a:spcBef>
                <a:spcPct val="50000"/>
              </a:spcBef>
            </a:pPr>
            <a:r>
              <a:rPr lang="en-AU" sz="2800" dirty="0">
                <a:solidFill>
                  <a:schemeClr val="bg2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Just highlight this text and replace with your own text.</a:t>
            </a:r>
            <a:br>
              <a:rPr lang="en-AU" sz="2800" dirty="0">
                <a:solidFill>
                  <a:schemeClr val="bg2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br>
              <a:rPr lang="en-AU" sz="2800" dirty="0">
                <a:solidFill>
                  <a:schemeClr val="bg2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sz="2800" dirty="0">
                <a:solidFill>
                  <a:schemeClr val="bg2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Can be Vancouver style i.e. 1 </a:t>
            </a:r>
            <a:r>
              <a:rPr lang="en-US" sz="2800" b="1" dirty="0">
                <a:solidFill>
                  <a:schemeClr val="bg2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Meyer J-P et al</a:t>
            </a:r>
            <a:r>
              <a:rPr lang="en-US" sz="2800" dirty="0">
                <a:solidFill>
                  <a:schemeClr val="bg2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The treatment of high-grade superficial bladder cancer and carcinoma in situ with BCG – a questionnaire survey of Consultant practice in England and Wales. </a:t>
            </a:r>
            <a:r>
              <a:rPr lang="en-US" sz="2800" i="1" dirty="0" err="1">
                <a:solidFill>
                  <a:schemeClr val="bg2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Urol</a:t>
            </a:r>
            <a:r>
              <a:rPr lang="en-US" sz="2800" i="1" dirty="0">
                <a:solidFill>
                  <a:schemeClr val="bg2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Oncol 2002; 2;: 77-80</a:t>
            </a:r>
            <a:endParaRPr lang="en-US" sz="2800" dirty="0">
              <a:solidFill>
                <a:schemeClr val="bg2">
                  <a:lumMod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5" name="Text Box 2">
            <a:extLst>
              <a:ext uri="{FF2B5EF4-FFF2-40B4-BE49-F238E27FC236}">
                <a16:creationId xmlns:a16="http://schemas.microsoft.com/office/drawing/2014/main" id="{5E4D7843-CADD-4BEC-AAD7-1E0E768958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24934" y="27747414"/>
            <a:ext cx="4968589" cy="921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tx1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409803" tIns="409803" rIns="409803" bIns="409803" anchor="ctr"/>
          <a:lstStyle>
            <a:lvl1pPr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defTabSz="192088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defTabSz="192088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defTabSz="192088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defTabSz="192088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GB" sz="3600" b="1" u="sng" kern="0" dirty="0">
                <a:solidFill>
                  <a:srgbClr val="234A79"/>
                </a:solidFill>
                <a:latin typeface="Gibson SemBd" panose="02000000000000000000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REFERENCES</a:t>
            </a:r>
            <a:endParaRPr lang="en-AU" sz="3600" b="1" u="sng" kern="0" dirty="0">
              <a:solidFill>
                <a:srgbClr val="234A79"/>
              </a:solidFill>
              <a:latin typeface="Gibson SemBd" panose="02000000000000000000" pitchFamily="2" charset="77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BD06328F-8B03-4AA7-AEB1-AAC702FFF8EB}"/>
              </a:ext>
            </a:extLst>
          </p:cNvPr>
          <p:cNvSpPr/>
          <p:nvPr/>
        </p:nvSpPr>
        <p:spPr>
          <a:xfrm>
            <a:off x="34559999" y="27560972"/>
            <a:ext cx="7740000" cy="3647898"/>
          </a:xfrm>
          <a:prstGeom prst="rect">
            <a:avLst/>
          </a:prstGeom>
          <a:solidFill>
            <a:schemeClr val="bg1"/>
          </a:solidFill>
          <a:ln w="76200">
            <a:solidFill>
              <a:srgbClr val="234A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157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C1A58DCF-0FFD-40F1-BCCE-6F2C8FC49367}"/>
              </a:ext>
            </a:extLst>
          </p:cNvPr>
          <p:cNvSpPr/>
          <p:nvPr/>
        </p:nvSpPr>
        <p:spPr>
          <a:xfrm>
            <a:off x="34857737" y="28722159"/>
            <a:ext cx="716695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12116" eaLnBrk="0" hangingPunct="0">
              <a:spcBef>
                <a:spcPct val="50000"/>
              </a:spcBef>
            </a:pPr>
            <a:r>
              <a:rPr lang="en-AU" sz="2800" dirty="0">
                <a:solidFill>
                  <a:schemeClr val="bg2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Just highlight this text and replace with your own text. </a:t>
            </a:r>
            <a:endParaRPr lang="en-US" sz="2800" dirty="0">
              <a:solidFill>
                <a:schemeClr val="bg2">
                  <a:lumMod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8" name="Text Box 2">
            <a:extLst>
              <a:ext uri="{FF2B5EF4-FFF2-40B4-BE49-F238E27FC236}">
                <a16:creationId xmlns:a16="http://schemas.microsoft.com/office/drawing/2014/main" id="{5D4785E2-F218-4FAA-B081-49A7B37404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24000" y="27804451"/>
            <a:ext cx="7048610" cy="921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tx1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409803" tIns="409803" rIns="409803" bIns="409803" anchor="ctr"/>
          <a:lstStyle>
            <a:lvl1pPr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defTabSz="192088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defTabSz="192088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defTabSz="192088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defTabSz="192088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GB" sz="3600" b="1" u="sng" kern="0" dirty="0">
                <a:solidFill>
                  <a:srgbClr val="234A79"/>
                </a:solidFill>
                <a:latin typeface="Gibson SemBd" panose="02000000000000000000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CONTACT INFORMATION</a:t>
            </a:r>
            <a:endParaRPr lang="en-AU" sz="3600" b="1" u="sng" kern="0" dirty="0">
              <a:solidFill>
                <a:srgbClr val="234A79"/>
              </a:solidFill>
              <a:latin typeface="Gibson SemBd" panose="02000000000000000000" pitchFamily="2" charset="77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3" name="Rectangle 28">
            <a:extLst>
              <a:ext uri="{FF2B5EF4-FFF2-40B4-BE49-F238E27FC236}">
                <a16:creationId xmlns:a16="http://schemas.microsoft.com/office/drawing/2014/main" id="{6E9B3593-3DCB-4BD4-A45F-E6762EDE24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96000" y="4700972"/>
            <a:ext cx="6803999" cy="3960000"/>
          </a:xfrm>
          <a:prstGeom prst="rect">
            <a:avLst/>
          </a:prstGeom>
          <a:noFill/>
          <a:ln w="76200">
            <a:solidFill>
              <a:srgbClr val="234A79"/>
            </a:solidFill>
            <a:miter lim="800000"/>
            <a:headEnd/>
            <a:tailEnd/>
          </a:ln>
          <a:effectLst/>
        </p:spPr>
        <p:txBody>
          <a:bodyPr lIns="241394" tIns="241394" rIns="241394" bIns="241394" anchor="ctr"/>
          <a:lstStyle/>
          <a:p>
            <a:pPr algn="ctr" defTabSz="612127" eaLnBrk="0" hangingPunct="0">
              <a:spcBef>
                <a:spcPct val="50000"/>
              </a:spcBef>
            </a:pPr>
            <a:r>
              <a:rPr lang="en-US" sz="3600" b="1" kern="0" dirty="0">
                <a:solidFill>
                  <a:srgbClr val="234A79"/>
                </a:solidFill>
                <a:latin typeface="Gibson SemBd" panose="02000000000000000000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You can add your logos here</a:t>
            </a:r>
          </a:p>
        </p:txBody>
      </p:sp>
      <p:sp>
        <p:nvSpPr>
          <p:cNvPr id="54" name="Rectángulo 53">
            <a:extLst>
              <a:ext uri="{FF2B5EF4-FFF2-40B4-BE49-F238E27FC236}">
                <a16:creationId xmlns:a16="http://schemas.microsoft.com/office/drawing/2014/main" id="{17C5402B-253C-4FBC-B56E-F18831552755}"/>
              </a:ext>
            </a:extLst>
          </p:cNvPr>
          <p:cNvSpPr/>
          <p:nvPr/>
        </p:nvSpPr>
        <p:spPr>
          <a:xfrm>
            <a:off x="899999" y="4700972"/>
            <a:ext cx="34380000" cy="3960000"/>
          </a:xfrm>
          <a:prstGeom prst="rect">
            <a:avLst/>
          </a:prstGeom>
          <a:noFill/>
          <a:ln w="76200">
            <a:solidFill>
              <a:srgbClr val="234A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157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5" name="Text Box 40">
            <a:extLst>
              <a:ext uri="{FF2B5EF4-FFF2-40B4-BE49-F238E27FC236}">
                <a16:creationId xmlns:a16="http://schemas.microsoft.com/office/drawing/2014/main" id="{7B8A2544-E75F-48A4-A41E-A2463F66DE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0722" y="6399958"/>
            <a:ext cx="33697015" cy="1874293"/>
          </a:xfrm>
          <a:prstGeom prst="rect">
            <a:avLst/>
          </a:prstGeom>
          <a:noFill/>
          <a:ln>
            <a:noFill/>
          </a:ln>
          <a:effectLst/>
        </p:spPr>
        <p:txBody>
          <a:bodyPr lIns="276594" tIns="276594" rIns="276594" bIns="276594" anchor="ctr"/>
          <a:lstStyle>
            <a:lvl1pPr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defTabSz="192088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defTabSz="192088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defTabSz="192088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defTabSz="192088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s-ES" sz="1600" dirty="0"/>
              <a:t>P. Wikman-Jorgensen1 , C. Iniesta2 , M. Ruiz-Algueró4 , F. Pulido5,6 , J.A. Perez-Molina7 , J. Llenas-García8.</a:t>
            </a:r>
          </a:p>
          <a:p>
            <a:r>
              <a:rPr lang="es-ES" sz="1600" dirty="0"/>
              <a:t>1. Hospital Clínico San Carlos, </a:t>
            </a:r>
            <a:r>
              <a:rPr lang="es-ES" sz="1600" dirty="0" err="1"/>
              <a:t>Infectious</a:t>
            </a:r>
            <a:r>
              <a:rPr lang="es-ES" sz="1600" dirty="0"/>
              <a:t> </a:t>
            </a:r>
            <a:r>
              <a:rPr lang="es-ES" sz="1600" dirty="0" err="1"/>
              <a:t>Diseases</a:t>
            </a:r>
            <a:r>
              <a:rPr lang="es-ES" sz="1600" dirty="0"/>
              <a:t>, Madrid, </a:t>
            </a:r>
            <a:r>
              <a:rPr lang="es-ES" sz="1600" dirty="0" err="1"/>
              <a:t>Spain</a:t>
            </a:r>
            <a:r>
              <a:rPr lang="es-ES" sz="1600" dirty="0"/>
              <a:t>. 2. </a:t>
            </a:r>
            <a:r>
              <a:rPr lang="es-ES" sz="1600" dirty="0" err="1"/>
              <a:t>Spanish</a:t>
            </a:r>
            <a:r>
              <a:rPr lang="es-ES" sz="1600" dirty="0"/>
              <a:t> </a:t>
            </a:r>
            <a:r>
              <a:rPr lang="es-ES" sz="1600" dirty="0" err="1"/>
              <a:t>Interdisciplinary</a:t>
            </a:r>
            <a:r>
              <a:rPr lang="es-ES" sz="1600" dirty="0"/>
              <a:t> AIDS </a:t>
            </a:r>
            <a:r>
              <a:rPr lang="es-ES" sz="1600" dirty="0" err="1"/>
              <a:t>Society</a:t>
            </a:r>
            <a:r>
              <a:rPr lang="es-ES" sz="1600" dirty="0"/>
              <a:t> (SEISIDA)., Madrid, </a:t>
            </a:r>
            <a:r>
              <a:rPr lang="es-ES" sz="1600" dirty="0" err="1"/>
              <a:t>Spain</a:t>
            </a:r>
            <a:r>
              <a:rPr lang="es-ES" sz="1600" dirty="0"/>
              <a:t>, 3. Instituto de Salud Carlos III, CIBER de Enfermedades Infecciosas (CIBERINFEC), Madrid, </a:t>
            </a:r>
            <a:r>
              <a:rPr lang="es-ES" sz="1600" dirty="0" err="1"/>
              <a:t>Spain</a:t>
            </a:r>
            <a:r>
              <a:rPr lang="es-ES" sz="1600" dirty="0"/>
              <a:t>, 4. </a:t>
            </a:r>
            <a:r>
              <a:rPr lang="en-US" sz="1600" dirty="0"/>
              <a:t>University of British Columbia, Faculty of Medicine,, Vancouver, Canada, 5. Institute for Healthcare Research Hospital 12 de </a:t>
            </a:r>
            <a:r>
              <a:rPr lang="en-US" sz="1600" dirty="0" err="1"/>
              <a:t>Octubre</a:t>
            </a:r>
            <a:r>
              <a:rPr lang="en-US" sz="1600" dirty="0"/>
              <a:t> (imas12), 6. Universidad Complutense de Madrid, HIV Unit, Madrid, Spain. 7. University Hospital Ramon y Cajal, Referral Centre for Tropical Diseases. Infectious Diseases Department., Madrid, </a:t>
            </a:r>
            <a:r>
              <a:rPr lang="es-ES" sz="1600" dirty="0" err="1"/>
              <a:t>Spain</a:t>
            </a:r>
            <a:r>
              <a:rPr lang="es-ES" sz="1600" dirty="0"/>
              <a:t>. 8</a:t>
            </a:r>
            <a:r>
              <a:rPr lang="es-ES" sz="1600"/>
              <a:t>. </a:t>
            </a:r>
            <a:endParaRPr lang="en-AU" sz="7200" dirty="0">
              <a:solidFill>
                <a:schemeClr val="bg2">
                  <a:lumMod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7" name="Text Box 2">
            <a:extLst>
              <a:ext uri="{FF2B5EF4-FFF2-40B4-BE49-F238E27FC236}">
                <a16:creationId xmlns:a16="http://schemas.microsoft.com/office/drawing/2014/main" id="{19378E08-B4C4-4E08-BA93-A2CF5282CB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8173" y="5178340"/>
            <a:ext cx="33697015" cy="10056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tx1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409803" tIns="409803" rIns="409803" bIns="409803" anchor="ctr"/>
          <a:lstStyle>
            <a:lvl1pPr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defTabSz="192088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defTabSz="192088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defTabSz="192088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defTabSz="192088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GB" sz="4400" b="1" spc="300" dirty="0">
                <a:solidFill>
                  <a:srgbClr val="234A79"/>
                </a:solidFill>
                <a:latin typeface="Gibson SemBd" panose="02000000000000000000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Cost-effectiveness of </a:t>
            </a:r>
            <a:r>
              <a:rPr lang="en-GB" sz="4400" b="1" spc="300" dirty="0" err="1">
                <a:solidFill>
                  <a:srgbClr val="234A79"/>
                </a:solidFill>
                <a:latin typeface="Gibson SemBd" panose="02000000000000000000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lenacapair</a:t>
            </a:r>
            <a:r>
              <a:rPr lang="en-GB" sz="4400" b="1" spc="300" dirty="0">
                <a:solidFill>
                  <a:srgbClr val="234A79"/>
                </a:solidFill>
                <a:latin typeface="Gibson SemBd" panose="02000000000000000000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 versus tenofovir disoproxil fumarate plus emtricitabine for pre-exposure prophylaxis to prevent HIV-1 transmission in gay, bisexual and other men who have sex with men in a European country. </a:t>
            </a:r>
            <a:endParaRPr lang="en-AU" sz="5400" b="1" spc="300" dirty="0">
              <a:solidFill>
                <a:srgbClr val="234A79"/>
              </a:solidFill>
              <a:latin typeface="Gibson SemBd" panose="02000000000000000000" pitchFamily="2" charset="77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E0DA7E39-353D-4A21-B775-5C55913A866D}"/>
              </a:ext>
            </a:extLst>
          </p:cNvPr>
          <p:cNvSpPr/>
          <p:nvPr/>
        </p:nvSpPr>
        <p:spPr>
          <a:xfrm>
            <a:off x="20452880" y="16088895"/>
            <a:ext cx="3635931" cy="5952154"/>
          </a:xfrm>
          <a:prstGeom prst="rect">
            <a:avLst/>
          </a:prstGeom>
          <a:solidFill>
            <a:srgbClr val="234A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157" dirty="0"/>
          </a:p>
        </p:txBody>
      </p:sp>
    </p:spTree>
    <p:extLst>
      <p:ext uri="{BB962C8B-B14F-4D97-AF65-F5344CB8AC3E}">
        <p14:creationId xmlns:p14="http://schemas.microsoft.com/office/powerpoint/2010/main" val="11464852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– 2022-Design">
  <a:themeElements>
    <a:clrScheme name="Office 2013 – 2022-Design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– 2022-Design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– 2022-Design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10</TotalTime>
  <Words>570</Words>
  <Application>Microsoft Office PowerPoint</Application>
  <PresentationFormat>Personalizado</PresentationFormat>
  <Paragraphs>28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9" baseType="lpstr">
      <vt:lpstr>Open Sans</vt:lpstr>
      <vt:lpstr>Calibri</vt:lpstr>
      <vt:lpstr>Arial</vt:lpstr>
      <vt:lpstr>Gibson SemBd</vt:lpstr>
      <vt:lpstr>Arial Black</vt:lpstr>
      <vt:lpstr>Calibri Light</vt:lpstr>
      <vt:lpstr>Aptos</vt:lpstr>
      <vt:lpstr>Office 2013 – 2022-Design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Raquel Jemes</dc:creator>
  <cp:lastModifiedBy>Philip Wikman</cp:lastModifiedBy>
  <cp:revision>44</cp:revision>
  <dcterms:created xsi:type="dcterms:W3CDTF">2020-08-28T12:01:50Z</dcterms:created>
  <dcterms:modified xsi:type="dcterms:W3CDTF">2025-09-24T09:03:07Z</dcterms:modified>
</cp:coreProperties>
</file>